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272" r:id="rId11"/>
  </p:sldIdLst>
  <p:sldSz cx="18288000" cy="10287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080BB-6658-5B30-97FE-6539B9971BA5}" v="94" dt="2026-03-26T00:43:53.647"/>
    <p1510:client id="{B2EF2479-5C84-5635-6989-BAC5520B6256}" v="246" dt="2026-03-25T03:18:01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28" autoAdjust="0"/>
    <p:restoredTop sz="94660"/>
  </p:normalViewPr>
  <p:slideViewPr>
    <p:cSldViewPr snapToGrid="0">
      <p:cViewPr varScale="1">
        <p:scale>
          <a:sx n="81" d="100"/>
          <a:sy n="81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162301"/>
            <a:ext cx="7912443" cy="1981200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400" b="1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5143500"/>
            <a:ext cx="7912443" cy="2483643"/>
          </a:xfrm>
        </p:spPr>
        <p:txBody>
          <a:bodyPr/>
          <a:lstStyle>
            <a:lvl1pPr marL="0" indent="0" algn="l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95B3292-8047-46FD-B25F-9C7D5FCC6082}"/>
              </a:ext>
            </a:extLst>
          </p:cNvPr>
          <p:cNvGrpSpPr/>
          <p:nvPr userDrawn="1"/>
        </p:nvGrpSpPr>
        <p:grpSpPr>
          <a:xfrm>
            <a:off x="762000" y="759623"/>
            <a:ext cx="3829050" cy="1685051"/>
            <a:chOff x="6324600" y="1308101"/>
            <a:chExt cx="12191999" cy="5365336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5BA31443-7BD5-4D04-8F08-D051E61589D7}"/>
                </a:ext>
              </a:extLst>
            </p:cNvPr>
            <p:cNvSpPr/>
            <p:nvPr/>
          </p:nvSpPr>
          <p:spPr>
            <a:xfrm>
              <a:off x="6786753" y="1545178"/>
              <a:ext cx="426529" cy="431101"/>
            </a:xfrm>
            <a:custGeom>
              <a:avLst/>
              <a:gdLst>
                <a:gd name="connsiteX0" fmla="*/ 212408 w 426529"/>
                <a:gd name="connsiteY0" fmla="*/ 0 h 431101"/>
                <a:gd name="connsiteX1" fmla="*/ 426530 w 426529"/>
                <a:gd name="connsiteY1" fmla="*/ 215265 h 431101"/>
                <a:gd name="connsiteX2" fmla="*/ 212408 w 426529"/>
                <a:gd name="connsiteY2" fmla="*/ 431102 h 431101"/>
                <a:gd name="connsiteX3" fmla="*/ 0 w 426529"/>
                <a:gd name="connsiteY3" fmla="*/ 215265 h 431101"/>
                <a:gd name="connsiteX4" fmla="*/ 212408 w 426529"/>
                <a:gd name="connsiteY4" fmla="*/ 0 h 431101"/>
                <a:gd name="connsiteX5" fmla="*/ 212408 w 426529"/>
                <a:gd name="connsiteY5" fmla="*/ 388525 h 431101"/>
                <a:gd name="connsiteX6" fmla="*/ 379285 w 426529"/>
                <a:gd name="connsiteY6" fmla="*/ 215265 h 431101"/>
                <a:gd name="connsiteX7" fmla="*/ 212408 w 426529"/>
                <a:gd name="connsiteY7" fmla="*/ 42577 h 431101"/>
                <a:gd name="connsiteX8" fmla="*/ 45529 w 426529"/>
                <a:gd name="connsiteY8" fmla="*/ 215265 h 431101"/>
                <a:gd name="connsiteX9" fmla="*/ 212408 w 426529"/>
                <a:gd name="connsiteY9" fmla="*/ 388525 h 431101"/>
                <a:gd name="connsiteX10" fmla="*/ 185547 w 426529"/>
                <a:gd name="connsiteY10" fmla="*/ 330803 h 431101"/>
                <a:gd name="connsiteX11" fmla="*/ 141161 w 426529"/>
                <a:gd name="connsiteY11" fmla="*/ 330803 h 431101"/>
                <a:gd name="connsiteX12" fmla="*/ 141161 w 426529"/>
                <a:gd name="connsiteY12" fmla="*/ 96298 h 431101"/>
                <a:gd name="connsiteX13" fmla="*/ 222218 w 426529"/>
                <a:gd name="connsiteY13" fmla="*/ 96298 h 431101"/>
                <a:gd name="connsiteX14" fmla="*/ 301562 w 426529"/>
                <a:gd name="connsiteY14" fmla="*/ 169831 h 431101"/>
                <a:gd name="connsiteX15" fmla="*/ 250222 w 426529"/>
                <a:gd name="connsiteY15" fmla="*/ 239268 h 431101"/>
                <a:gd name="connsiteX16" fmla="*/ 302705 w 426529"/>
                <a:gd name="connsiteY16" fmla="*/ 330899 h 431101"/>
                <a:gd name="connsiteX17" fmla="*/ 251936 w 426529"/>
                <a:gd name="connsiteY17" fmla="*/ 330899 h 431101"/>
                <a:gd name="connsiteX18" fmla="*/ 202883 w 426529"/>
                <a:gd name="connsiteY18" fmla="*/ 243364 h 431101"/>
                <a:gd name="connsiteX19" fmla="*/ 185357 w 426529"/>
                <a:gd name="connsiteY19" fmla="*/ 243364 h 431101"/>
                <a:gd name="connsiteX20" fmla="*/ 185357 w 426529"/>
                <a:gd name="connsiteY20" fmla="*/ 330899 h 431101"/>
                <a:gd name="connsiteX21" fmla="*/ 215837 w 426529"/>
                <a:gd name="connsiteY21" fmla="*/ 204788 h 431101"/>
                <a:gd name="connsiteX22" fmla="*/ 256699 w 426529"/>
                <a:gd name="connsiteY22" fmla="*/ 170402 h 431101"/>
                <a:gd name="connsiteX23" fmla="*/ 215837 w 426529"/>
                <a:gd name="connsiteY23" fmla="*/ 134779 h 431101"/>
                <a:gd name="connsiteX24" fmla="*/ 185547 w 426529"/>
                <a:gd name="connsiteY24" fmla="*/ 134779 h 431101"/>
                <a:gd name="connsiteX25" fmla="*/ 185547 w 426529"/>
                <a:gd name="connsiteY25" fmla="*/ 204788 h 431101"/>
                <a:gd name="connsiteX26" fmla="*/ 215837 w 426529"/>
                <a:gd name="connsiteY26" fmla="*/ 204788 h 43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6529" h="431101">
                  <a:moveTo>
                    <a:pt x="212408" y="0"/>
                  </a:moveTo>
                  <a:cubicBezTo>
                    <a:pt x="330803" y="0"/>
                    <a:pt x="426530" y="96869"/>
                    <a:pt x="426530" y="215265"/>
                  </a:cubicBezTo>
                  <a:cubicBezTo>
                    <a:pt x="426530" y="333661"/>
                    <a:pt x="330899" y="431102"/>
                    <a:pt x="212408" y="431102"/>
                  </a:cubicBezTo>
                  <a:cubicBezTo>
                    <a:pt x="93917" y="431102"/>
                    <a:pt x="0" y="333661"/>
                    <a:pt x="0" y="215265"/>
                  </a:cubicBezTo>
                  <a:cubicBezTo>
                    <a:pt x="0" y="96869"/>
                    <a:pt x="94488" y="0"/>
                    <a:pt x="212408" y="0"/>
                  </a:cubicBezTo>
                  <a:close/>
                  <a:moveTo>
                    <a:pt x="212408" y="388525"/>
                  </a:moveTo>
                  <a:cubicBezTo>
                    <a:pt x="305753" y="388525"/>
                    <a:pt x="379285" y="313277"/>
                    <a:pt x="379285" y="215265"/>
                  </a:cubicBezTo>
                  <a:cubicBezTo>
                    <a:pt x="379285" y="117253"/>
                    <a:pt x="305753" y="42577"/>
                    <a:pt x="212408" y="42577"/>
                  </a:cubicBezTo>
                  <a:cubicBezTo>
                    <a:pt x="119063" y="42577"/>
                    <a:pt x="45529" y="117253"/>
                    <a:pt x="45529" y="215265"/>
                  </a:cubicBezTo>
                  <a:cubicBezTo>
                    <a:pt x="45529" y="313277"/>
                    <a:pt x="119063" y="388525"/>
                    <a:pt x="212408" y="388525"/>
                  </a:cubicBezTo>
                  <a:close/>
                  <a:moveTo>
                    <a:pt x="185547" y="330803"/>
                  </a:moveTo>
                  <a:lnTo>
                    <a:pt x="141161" y="330803"/>
                  </a:lnTo>
                  <a:lnTo>
                    <a:pt x="141161" y="96298"/>
                  </a:lnTo>
                  <a:lnTo>
                    <a:pt x="222218" y="96298"/>
                  </a:lnTo>
                  <a:cubicBezTo>
                    <a:pt x="267748" y="96298"/>
                    <a:pt x="301562" y="128397"/>
                    <a:pt x="301562" y="169831"/>
                  </a:cubicBezTo>
                  <a:cubicBezTo>
                    <a:pt x="301562" y="202502"/>
                    <a:pt x="280607" y="229362"/>
                    <a:pt x="250222" y="239268"/>
                  </a:cubicBezTo>
                  <a:lnTo>
                    <a:pt x="302705" y="330899"/>
                  </a:lnTo>
                  <a:lnTo>
                    <a:pt x="251936" y="330899"/>
                  </a:lnTo>
                  <a:lnTo>
                    <a:pt x="202883" y="243364"/>
                  </a:lnTo>
                  <a:lnTo>
                    <a:pt x="185357" y="243364"/>
                  </a:lnTo>
                  <a:lnTo>
                    <a:pt x="185357" y="330899"/>
                  </a:lnTo>
                  <a:close/>
                  <a:moveTo>
                    <a:pt x="215837" y="204788"/>
                  </a:moveTo>
                  <a:cubicBezTo>
                    <a:pt x="242126" y="204788"/>
                    <a:pt x="256699" y="191929"/>
                    <a:pt x="256699" y="170402"/>
                  </a:cubicBezTo>
                  <a:cubicBezTo>
                    <a:pt x="256699" y="147638"/>
                    <a:pt x="242126" y="134779"/>
                    <a:pt x="215837" y="134779"/>
                  </a:cubicBezTo>
                  <a:lnTo>
                    <a:pt x="185547" y="134779"/>
                  </a:lnTo>
                  <a:lnTo>
                    <a:pt x="185547" y="204788"/>
                  </a:lnTo>
                  <a:lnTo>
                    <a:pt x="215837" y="204788"/>
                  </a:lnTo>
                  <a:close/>
                </a:path>
              </a:pathLst>
            </a:custGeom>
            <a:solidFill>
              <a:srgbClr val="0047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R"/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91DB322B-1ECB-4A3A-B2A2-34D13D1B008A}"/>
                </a:ext>
              </a:extLst>
            </p:cNvPr>
            <p:cNvSpPr/>
            <p:nvPr/>
          </p:nvSpPr>
          <p:spPr>
            <a:xfrm>
              <a:off x="6324600" y="2257076"/>
              <a:ext cx="1436084" cy="3342512"/>
            </a:xfrm>
            <a:custGeom>
              <a:avLst/>
              <a:gdLst>
                <a:gd name="connsiteX0" fmla="*/ 1436084 w 1436084"/>
                <a:gd name="connsiteY0" fmla="*/ 1230440 h 3342512"/>
                <a:gd name="connsiteX1" fmla="*/ 1436084 w 1436084"/>
                <a:gd name="connsiteY1" fmla="*/ 0 h 3342512"/>
                <a:gd name="connsiteX2" fmla="*/ 0 w 1436084"/>
                <a:gd name="connsiteY2" fmla="*/ 0 h 3342512"/>
                <a:gd name="connsiteX3" fmla="*/ 0 w 1436084"/>
                <a:gd name="connsiteY3" fmla="*/ 2172843 h 3342512"/>
                <a:gd name="connsiteX4" fmla="*/ 823341 w 1436084"/>
                <a:gd name="connsiteY4" fmla="*/ 3342513 h 3342512"/>
                <a:gd name="connsiteX5" fmla="*/ 680752 w 1436084"/>
                <a:gd name="connsiteY5" fmla="*/ 2655856 h 3342512"/>
                <a:gd name="connsiteX6" fmla="*/ 1436084 w 1436084"/>
                <a:gd name="connsiteY6" fmla="*/ 1230535 h 334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6084" h="3342512">
                  <a:moveTo>
                    <a:pt x="1436084" y="1230440"/>
                  </a:moveTo>
                  <a:lnTo>
                    <a:pt x="1436084" y="0"/>
                  </a:lnTo>
                  <a:lnTo>
                    <a:pt x="0" y="0"/>
                  </a:lnTo>
                  <a:lnTo>
                    <a:pt x="0" y="2172843"/>
                  </a:lnTo>
                  <a:cubicBezTo>
                    <a:pt x="0" y="2956179"/>
                    <a:pt x="432911" y="3243072"/>
                    <a:pt x="823341" y="3342513"/>
                  </a:cubicBezTo>
                  <a:cubicBezTo>
                    <a:pt x="731711" y="3132106"/>
                    <a:pt x="680752" y="2899886"/>
                    <a:pt x="680752" y="2655856"/>
                  </a:cubicBezTo>
                  <a:cubicBezTo>
                    <a:pt x="680752" y="2063306"/>
                    <a:pt x="980218" y="1540669"/>
                    <a:pt x="1436084" y="1230535"/>
                  </a:cubicBezTo>
                  <a:close/>
                </a:path>
              </a:pathLst>
            </a:custGeom>
            <a:solidFill>
              <a:srgbClr val="006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R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C35753B2-8062-4658-A7BF-A7677EBB9B93}"/>
                </a:ext>
              </a:extLst>
            </p:cNvPr>
            <p:cNvSpPr/>
            <p:nvPr/>
          </p:nvSpPr>
          <p:spPr>
            <a:xfrm>
              <a:off x="7350347" y="1352487"/>
              <a:ext cx="1380172" cy="690086"/>
            </a:xfrm>
            <a:custGeom>
              <a:avLst/>
              <a:gdLst>
                <a:gd name="connsiteX0" fmla="*/ 0 w 1380172"/>
                <a:gd name="connsiteY0" fmla="*/ 0 h 690086"/>
                <a:gd name="connsiteX1" fmla="*/ 1380173 w 1380172"/>
                <a:gd name="connsiteY1" fmla="*/ 0 h 690086"/>
                <a:gd name="connsiteX2" fmla="*/ 1380173 w 1380172"/>
                <a:gd name="connsiteY2" fmla="*/ 690086 h 690086"/>
                <a:gd name="connsiteX3" fmla="*/ 0 w 1380172"/>
                <a:gd name="connsiteY3" fmla="*/ 690086 h 69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0172" h="690086">
                  <a:moveTo>
                    <a:pt x="0" y="0"/>
                  </a:moveTo>
                  <a:lnTo>
                    <a:pt x="1380173" y="0"/>
                  </a:lnTo>
                  <a:lnTo>
                    <a:pt x="1380173" y="690086"/>
                  </a:lnTo>
                  <a:lnTo>
                    <a:pt x="0" y="690086"/>
                  </a:lnTo>
                  <a:close/>
                </a:path>
              </a:pathLst>
            </a:custGeom>
            <a:solidFill>
              <a:srgbClr val="006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R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784AA58A-EA8E-4D18-9AAE-B36D189DBABD}"/>
                </a:ext>
              </a:extLst>
            </p:cNvPr>
            <p:cNvSpPr/>
            <p:nvPr/>
          </p:nvSpPr>
          <p:spPr>
            <a:xfrm rot="5400000">
              <a:off x="7102792" y="3194717"/>
              <a:ext cx="2565368" cy="690086"/>
            </a:xfrm>
            <a:custGeom>
              <a:avLst/>
              <a:gdLst>
                <a:gd name="connsiteX0" fmla="*/ 0 w 2565368"/>
                <a:gd name="connsiteY0" fmla="*/ 0 h 690086"/>
                <a:gd name="connsiteX1" fmla="*/ 2565368 w 2565368"/>
                <a:gd name="connsiteY1" fmla="*/ 0 h 690086"/>
                <a:gd name="connsiteX2" fmla="*/ 2565368 w 2565368"/>
                <a:gd name="connsiteY2" fmla="*/ 690086 h 690086"/>
                <a:gd name="connsiteX3" fmla="*/ 0 w 2565368"/>
                <a:gd name="connsiteY3" fmla="*/ 690086 h 69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5368" h="690086">
                  <a:moveTo>
                    <a:pt x="0" y="0"/>
                  </a:moveTo>
                  <a:lnTo>
                    <a:pt x="2565368" y="0"/>
                  </a:lnTo>
                  <a:lnTo>
                    <a:pt x="2565368" y="690086"/>
                  </a:lnTo>
                  <a:lnTo>
                    <a:pt x="0" y="690086"/>
                  </a:lnTo>
                  <a:close/>
                </a:path>
              </a:pathLst>
            </a:custGeom>
            <a:solidFill>
              <a:srgbClr val="006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R"/>
            </a:p>
          </p:txBody>
        </p:sp>
        <p:grpSp>
          <p:nvGrpSpPr>
            <p:cNvPr id="9" name="Gráfico 14">
              <a:extLst>
                <a:ext uri="{FF2B5EF4-FFF2-40B4-BE49-F238E27FC236}">
                  <a16:creationId xmlns:a16="http://schemas.microsoft.com/office/drawing/2014/main" id="{14DB5496-D5F0-4422-9600-1A9F04695884}"/>
                </a:ext>
              </a:extLst>
            </p:cNvPr>
            <p:cNvGrpSpPr/>
            <p:nvPr/>
          </p:nvGrpSpPr>
          <p:grpSpPr>
            <a:xfrm>
              <a:off x="9329832" y="1308101"/>
              <a:ext cx="9143713" cy="1658778"/>
              <a:chOff x="9329832" y="1308101"/>
              <a:chExt cx="9143713" cy="1658778"/>
            </a:xfrm>
            <a:solidFill>
              <a:srgbClr val="006AEA"/>
            </a:solidFill>
          </p:grpSpPr>
          <p:sp>
            <p:nvSpPr>
              <p:cNvPr id="38" name="Forma libre: forma 37">
                <a:extLst>
                  <a:ext uri="{FF2B5EF4-FFF2-40B4-BE49-F238E27FC236}">
                    <a16:creationId xmlns:a16="http://schemas.microsoft.com/office/drawing/2014/main" id="{26ACBEBA-534D-44C7-9D1D-1E852FB30B75}"/>
                  </a:ext>
                </a:extLst>
              </p:cNvPr>
              <p:cNvSpPr/>
              <p:nvPr/>
            </p:nvSpPr>
            <p:spPr>
              <a:xfrm>
                <a:off x="9329832" y="1308101"/>
                <a:ext cx="855344" cy="1658683"/>
              </a:xfrm>
              <a:custGeom>
                <a:avLst/>
                <a:gdLst>
                  <a:gd name="connsiteX0" fmla="*/ 206788 w 855344"/>
                  <a:gd name="connsiteY0" fmla="*/ 1604010 h 1658683"/>
                  <a:gd name="connsiteX1" fmla="*/ 54673 w 855344"/>
                  <a:gd name="connsiteY1" fmla="*/ 1449514 h 1658683"/>
                  <a:gd name="connsiteX2" fmla="*/ 0 w 855344"/>
                  <a:gd name="connsiteY2" fmla="*/ 1221391 h 1658683"/>
                  <a:gd name="connsiteX3" fmla="*/ 0 w 855344"/>
                  <a:gd name="connsiteY3" fmla="*/ 0 h 1658683"/>
                  <a:gd name="connsiteX4" fmla="*/ 173450 w 855344"/>
                  <a:gd name="connsiteY4" fmla="*/ 0 h 1658683"/>
                  <a:gd name="connsiteX5" fmla="*/ 173450 w 855344"/>
                  <a:gd name="connsiteY5" fmla="*/ 1211961 h 1658683"/>
                  <a:gd name="connsiteX6" fmla="*/ 241173 w 855344"/>
                  <a:gd name="connsiteY6" fmla="*/ 1427036 h 1658683"/>
                  <a:gd name="connsiteX7" fmla="*/ 427672 w 855344"/>
                  <a:gd name="connsiteY7" fmla="*/ 1501902 h 1658683"/>
                  <a:gd name="connsiteX8" fmla="*/ 614172 w 855344"/>
                  <a:gd name="connsiteY8" fmla="*/ 1425893 h 1658683"/>
                  <a:gd name="connsiteX9" fmla="*/ 681895 w 855344"/>
                  <a:gd name="connsiteY9" fmla="*/ 1212056 h 1658683"/>
                  <a:gd name="connsiteX10" fmla="*/ 681895 w 855344"/>
                  <a:gd name="connsiteY10" fmla="*/ 0 h 1658683"/>
                  <a:gd name="connsiteX11" fmla="*/ 855345 w 855344"/>
                  <a:gd name="connsiteY11" fmla="*/ 0 h 1658683"/>
                  <a:gd name="connsiteX12" fmla="*/ 855345 w 855344"/>
                  <a:gd name="connsiteY12" fmla="*/ 1221391 h 1658683"/>
                  <a:gd name="connsiteX13" fmla="*/ 736568 w 855344"/>
                  <a:gd name="connsiteY13" fmla="*/ 1538668 h 1658683"/>
                  <a:gd name="connsiteX14" fmla="*/ 427672 w 855344"/>
                  <a:gd name="connsiteY14" fmla="*/ 1658684 h 1658683"/>
                  <a:gd name="connsiteX15" fmla="*/ 206692 w 855344"/>
                  <a:gd name="connsiteY15" fmla="*/ 1604010 h 1658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5344" h="1658683">
                    <a:moveTo>
                      <a:pt x="206788" y="1604010"/>
                    </a:moveTo>
                    <a:cubicBezTo>
                      <a:pt x="141827" y="1567625"/>
                      <a:pt x="91154" y="1516094"/>
                      <a:pt x="54673" y="1449514"/>
                    </a:cubicBezTo>
                    <a:cubicBezTo>
                      <a:pt x="18193" y="1382935"/>
                      <a:pt x="0" y="1306925"/>
                      <a:pt x="0" y="1221391"/>
                    </a:cubicBezTo>
                    <a:lnTo>
                      <a:pt x="0" y="0"/>
                    </a:lnTo>
                    <a:lnTo>
                      <a:pt x="173450" y="0"/>
                    </a:lnTo>
                    <a:lnTo>
                      <a:pt x="173450" y="1211961"/>
                    </a:lnTo>
                    <a:cubicBezTo>
                      <a:pt x="173450" y="1305497"/>
                      <a:pt x="196024" y="1377125"/>
                      <a:pt x="241173" y="1427036"/>
                    </a:cubicBezTo>
                    <a:cubicBezTo>
                      <a:pt x="286321" y="1476947"/>
                      <a:pt x="348520" y="1501902"/>
                      <a:pt x="427672" y="1501902"/>
                    </a:cubicBezTo>
                    <a:cubicBezTo>
                      <a:pt x="506825" y="1501902"/>
                      <a:pt x="569023" y="1476566"/>
                      <a:pt x="614172" y="1425893"/>
                    </a:cubicBezTo>
                    <a:cubicBezTo>
                      <a:pt x="659321" y="1375220"/>
                      <a:pt x="681895" y="1303877"/>
                      <a:pt x="681895" y="1212056"/>
                    </a:cubicBezTo>
                    <a:lnTo>
                      <a:pt x="681895" y="0"/>
                    </a:lnTo>
                    <a:lnTo>
                      <a:pt x="855345" y="0"/>
                    </a:lnTo>
                    <a:lnTo>
                      <a:pt x="855345" y="1221391"/>
                    </a:lnTo>
                    <a:cubicBezTo>
                      <a:pt x="855345" y="1352931"/>
                      <a:pt x="815721" y="1458659"/>
                      <a:pt x="736568" y="1538668"/>
                    </a:cubicBezTo>
                    <a:cubicBezTo>
                      <a:pt x="657320" y="1618679"/>
                      <a:pt x="554355" y="1658684"/>
                      <a:pt x="427672" y="1658684"/>
                    </a:cubicBezTo>
                    <a:cubicBezTo>
                      <a:pt x="345281" y="1658684"/>
                      <a:pt x="271653" y="1640491"/>
                      <a:pt x="206692" y="1604010"/>
                    </a:cubicBez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9" name="Forma libre: forma 38">
                <a:extLst>
                  <a:ext uri="{FF2B5EF4-FFF2-40B4-BE49-F238E27FC236}">
                    <a16:creationId xmlns:a16="http://schemas.microsoft.com/office/drawing/2014/main" id="{1BA5B6C1-DF6D-4D74-9944-5D8AE8B88E68}"/>
                  </a:ext>
                </a:extLst>
              </p:cNvPr>
              <p:cNvSpPr/>
              <p:nvPr/>
            </p:nvSpPr>
            <p:spPr>
              <a:xfrm>
                <a:off x="10468070" y="1700245"/>
                <a:ext cx="708183" cy="1247584"/>
              </a:xfrm>
              <a:custGeom>
                <a:avLst/>
                <a:gdLst>
                  <a:gd name="connsiteX0" fmla="*/ 0 w 708183"/>
                  <a:gd name="connsiteY0" fmla="*/ 18955 h 1247584"/>
                  <a:gd name="connsiteX1" fmla="*/ 156877 w 708183"/>
                  <a:gd name="connsiteY1" fmla="*/ 18955 h 1247584"/>
                  <a:gd name="connsiteX2" fmla="*/ 156877 w 708183"/>
                  <a:gd name="connsiteY2" fmla="*/ 130683 h 1247584"/>
                  <a:gd name="connsiteX3" fmla="*/ 256699 w 708183"/>
                  <a:gd name="connsiteY3" fmla="*/ 35624 h 1247584"/>
                  <a:gd name="connsiteX4" fmla="*/ 399288 w 708183"/>
                  <a:gd name="connsiteY4" fmla="*/ 0 h 1247584"/>
                  <a:gd name="connsiteX5" fmla="*/ 627412 w 708183"/>
                  <a:gd name="connsiteY5" fmla="*/ 95060 h 1247584"/>
                  <a:gd name="connsiteX6" fmla="*/ 708184 w 708183"/>
                  <a:gd name="connsiteY6" fmla="*/ 358807 h 1247584"/>
                  <a:gd name="connsiteX7" fmla="*/ 708184 w 708183"/>
                  <a:gd name="connsiteY7" fmla="*/ 1247585 h 1247584"/>
                  <a:gd name="connsiteX8" fmla="*/ 546640 w 708183"/>
                  <a:gd name="connsiteY8" fmla="*/ 1247585 h 1247584"/>
                  <a:gd name="connsiteX9" fmla="*/ 546640 w 708183"/>
                  <a:gd name="connsiteY9" fmla="*/ 365950 h 1247584"/>
                  <a:gd name="connsiteX10" fmla="*/ 494347 w 708183"/>
                  <a:gd name="connsiteY10" fmla="*/ 202025 h 1247584"/>
                  <a:gd name="connsiteX11" fmla="*/ 354139 w 708183"/>
                  <a:gd name="connsiteY11" fmla="*/ 144971 h 1247584"/>
                  <a:gd name="connsiteX12" fmla="*/ 215170 w 708183"/>
                  <a:gd name="connsiteY12" fmla="*/ 203168 h 1247584"/>
                  <a:gd name="connsiteX13" fmla="*/ 161734 w 708183"/>
                  <a:gd name="connsiteY13" fmla="*/ 365950 h 1247584"/>
                  <a:gd name="connsiteX14" fmla="*/ 161734 w 708183"/>
                  <a:gd name="connsiteY14" fmla="*/ 1247585 h 1247584"/>
                  <a:gd name="connsiteX15" fmla="*/ 190 w 708183"/>
                  <a:gd name="connsiteY15" fmla="*/ 1247585 h 1247584"/>
                  <a:gd name="connsiteX16" fmla="*/ 190 w 708183"/>
                  <a:gd name="connsiteY16" fmla="*/ 18955 h 1247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08183" h="1247584">
                    <a:moveTo>
                      <a:pt x="0" y="18955"/>
                    </a:moveTo>
                    <a:lnTo>
                      <a:pt x="156877" y="18955"/>
                    </a:lnTo>
                    <a:lnTo>
                      <a:pt x="156877" y="130683"/>
                    </a:lnTo>
                    <a:cubicBezTo>
                      <a:pt x="180689" y="91059"/>
                      <a:pt x="213931" y="59436"/>
                      <a:pt x="256699" y="35624"/>
                    </a:cubicBezTo>
                    <a:cubicBezTo>
                      <a:pt x="299466" y="11906"/>
                      <a:pt x="346996" y="0"/>
                      <a:pt x="399288" y="0"/>
                    </a:cubicBezTo>
                    <a:cubicBezTo>
                      <a:pt x="497491" y="0"/>
                      <a:pt x="573500" y="31718"/>
                      <a:pt x="627412" y="95060"/>
                    </a:cubicBezTo>
                    <a:cubicBezTo>
                      <a:pt x="681228" y="158401"/>
                      <a:pt x="708184" y="246412"/>
                      <a:pt x="708184" y="358807"/>
                    </a:cubicBezTo>
                    <a:lnTo>
                      <a:pt x="708184" y="1247585"/>
                    </a:lnTo>
                    <a:lnTo>
                      <a:pt x="546640" y="1247585"/>
                    </a:lnTo>
                    <a:lnTo>
                      <a:pt x="546640" y="365950"/>
                    </a:lnTo>
                    <a:cubicBezTo>
                      <a:pt x="546640" y="294704"/>
                      <a:pt x="529209" y="240030"/>
                      <a:pt x="494347" y="202025"/>
                    </a:cubicBezTo>
                    <a:cubicBezTo>
                      <a:pt x="459486" y="164021"/>
                      <a:pt x="412718" y="144971"/>
                      <a:pt x="354139" y="144971"/>
                    </a:cubicBezTo>
                    <a:cubicBezTo>
                      <a:pt x="295561" y="144971"/>
                      <a:pt x="250793" y="164402"/>
                      <a:pt x="215170" y="203168"/>
                    </a:cubicBezTo>
                    <a:cubicBezTo>
                      <a:pt x="179546" y="242030"/>
                      <a:pt x="161734" y="296228"/>
                      <a:pt x="161734" y="365950"/>
                    </a:cubicBezTo>
                    <a:lnTo>
                      <a:pt x="161734" y="1247585"/>
                    </a:lnTo>
                    <a:lnTo>
                      <a:pt x="190" y="1247585"/>
                    </a:lnTo>
                    <a:lnTo>
                      <a:pt x="190" y="18955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0" name="Forma libre: forma 39">
                <a:extLst>
                  <a:ext uri="{FF2B5EF4-FFF2-40B4-BE49-F238E27FC236}">
                    <a16:creationId xmlns:a16="http://schemas.microsoft.com/office/drawing/2014/main" id="{37188ED5-58DD-4056-83E6-CC3A1974EA74}"/>
                  </a:ext>
                </a:extLst>
              </p:cNvPr>
              <p:cNvSpPr/>
              <p:nvPr/>
            </p:nvSpPr>
            <p:spPr>
              <a:xfrm>
                <a:off x="11470862" y="1310482"/>
                <a:ext cx="163925" cy="1637252"/>
              </a:xfrm>
              <a:custGeom>
                <a:avLst/>
                <a:gdLst>
                  <a:gd name="connsiteX0" fmla="*/ 0 w 163925"/>
                  <a:gd name="connsiteY0" fmla="*/ 0 h 1637252"/>
                  <a:gd name="connsiteX1" fmla="*/ 163925 w 163925"/>
                  <a:gd name="connsiteY1" fmla="*/ 0 h 1637252"/>
                  <a:gd name="connsiteX2" fmla="*/ 163925 w 163925"/>
                  <a:gd name="connsiteY2" fmla="*/ 213836 h 1637252"/>
                  <a:gd name="connsiteX3" fmla="*/ 0 w 163925"/>
                  <a:gd name="connsiteY3" fmla="*/ 213836 h 1637252"/>
                  <a:gd name="connsiteX4" fmla="*/ 0 w 163925"/>
                  <a:gd name="connsiteY4" fmla="*/ 0 h 1637252"/>
                  <a:gd name="connsiteX5" fmla="*/ 0 w 163925"/>
                  <a:gd name="connsiteY5" fmla="*/ 408718 h 1637252"/>
                  <a:gd name="connsiteX6" fmla="*/ 161640 w 163925"/>
                  <a:gd name="connsiteY6" fmla="*/ 408718 h 1637252"/>
                  <a:gd name="connsiteX7" fmla="*/ 161640 w 163925"/>
                  <a:gd name="connsiteY7" fmla="*/ 1637252 h 1637252"/>
                  <a:gd name="connsiteX8" fmla="*/ 0 w 163925"/>
                  <a:gd name="connsiteY8" fmla="*/ 1637252 h 1637252"/>
                  <a:gd name="connsiteX9" fmla="*/ 0 w 163925"/>
                  <a:gd name="connsiteY9" fmla="*/ 408718 h 163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925" h="1637252">
                    <a:moveTo>
                      <a:pt x="0" y="0"/>
                    </a:moveTo>
                    <a:lnTo>
                      <a:pt x="163925" y="0"/>
                    </a:lnTo>
                    <a:lnTo>
                      <a:pt x="163925" y="213836"/>
                    </a:lnTo>
                    <a:lnTo>
                      <a:pt x="0" y="213836"/>
                    </a:lnTo>
                    <a:lnTo>
                      <a:pt x="0" y="0"/>
                    </a:lnTo>
                    <a:close/>
                    <a:moveTo>
                      <a:pt x="0" y="408718"/>
                    </a:moveTo>
                    <a:lnTo>
                      <a:pt x="161640" y="408718"/>
                    </a:lnTo>
                    <a:lnTo>
                      <a:pt x="161640" y="1637252"/>
                    </a:lnTo>
                    <a:lnTo>
                      <a:pt x="0" y="1637252"/>
                    </a:lnTo>
                    <a:lnTo>
                      <a:pt x="0" y="408718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1" name="Forma libre: forma 40">
                <a:extLst>
                  <a:ext uri="{FF2B5EF4-FFF2-40B4-BE49-F238E27FC236}">
                    <a16:creationId xmlns:a16="http://schemas.microsoft.com/office/drawing/2014/main" id="{2F22B28C-4580-42F6-B9AF-2EC0D6786CA8}"/>
                  </a:ext>
                </a:extLst>
              </p:cNvPr>
              <p:cNvSpPr/>
              <p:nvPr/>
            </p:nvSpPr>
            <p:spPr>
              <a:xfrm>
                <a:off x="11822525" y="1719199"/>
                <a:ext cx="810291" cy="1228534"/>
              </a:xfrm>
              <a:custGeom>
                <a:avLst/>
                <a:gdLst>
                  <a:gd name="connsiteX0" fmla="*/ 0 w 810291"/>
                  <a:gd name="connsiteY0" fmla="*/ 0 h 1228534"/>
                  <a:gd name="connsiteX1" fmla="*/ 175831 w 810291"/>
                  <a:gd name="connsiteY1" fmla="*/ 0 h 1228534"/>
                  <a:gd name="connsiteX2" fmla="*/ 406336 w 810291"/>
                  <a:gd name="connsiteY2" fmla="*/ 971931 h 1228534"/>
                  <a:gd name="connsiteX3" fmla="*/ 634460 w 810291"/>
                  <a:gd name="connsiteY3" fmla="*/ 0 h 1228534"/>
                  <a:gd name="connsiteX4" fmla="*/ 810292 w 810291"/>
                  <a:gd name="connsiteY4" fmla="*/ 0 h 1228534"/>
                  <a:gd name="connsiteX5" fmla="*/ 484727 w 810291"/>
                  <a:gd name="connsiteY5" fmla="*/ 1228535 h 1228534"/>
                  <a:gd name="connsiteX6" fmla="*/ 323183 w 810291"/>
                  <a:gd name="connsiteY6" fmla="*/ 1228535 h 1228534"/>
                  <a:gd name="connsiteX7" fmla="*/ 0 w 810291"/>
                  <a:gd name="connsiteY7" fmla="*/ 0 h 122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10291" h="1228534">
                    <a:moveTo>
                      <a:pt x="0" y="0"/>
                    </a:moveTo>
                    <a:lnTo>
                      <a:pt x="175831" y="0"/>
                    </a:lnTo>
                    <a:lnTo>
                      <a:pt x="406336" y="971931"/>
                    </a:lnTo>
                    <a:lnTo>
                      <a:pt x="634460" y="0"/>
                    </a:lnTo>
                    <a:lnTo>
                      <a:pt x="810292" y="0"/>
                    </a:lnTo>
                    <a:lnTo>
                      <a:pt x="484727" y="1228535"/>
                    </a:lnTo>
                    <a:lnTo>
                      <a:pt x="323183" y="12285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2" name="Forma libre: forma 41">
                <a:extLst>
                  <a:ext uri="{FF2B5EF4-FFF2-40B4-BE49-F238E27FC236}">
                    <a16:creationId xmlns:a16="http://schemas.microsoft.com/office/drawing/2014/main" id="{116CF69A-DD3D-4128-9A4E-73F8B40041FA}"/>
                  </a:ext>
                </a:extLst>
              </p:cNvPr>
              <p:cNvSpPr/>
              <p:nvPr/>
            </p:nvSpPr>
            <p:spPr>
              <a:xfrm>
                <a:off x="12782454" y="1700340"/>
                <a:ext cx="731901" cy="1266539"/>
              </a:xfrm>
              <a:custGeom>
                <a:avLst/>
                <a:gdLst>
                  <a:gd name="connsiteX0" fmla="*/ 161640 w 731901"/>
                  <a:gd name="connsiteY0" fmla="*/ 681895 h 1266539"/>
                  <a:gd name="connsiteX1" fmla="*/ 161640 w 731901"/>
                  <a:gd name="connsiteY1" fmla="*/ 826865 h 1266539"/>
                  <a:gd name="connsiteX2" fmla="*/ 217456 w 731901"/>
                  <a:gd name="connsiteY2" fmla="*/ 1057370 h 1266539"/>
                  <a:gd name="connsiteX3" fmla="*/ 375475 w 731901"/>
                  <a:gd name="connsiteY3" fmla="*/ 1126331 h 1266539"/>
                  <a:gd name="connsiteX4" fmla="*/ 570357 w 731901"/>
                  <a:gd name="connsiteY4" fmla="*/ 881539 h 1266539"/>
                  <a:gd name="connsiteX5" fmla="*/ 570357 w 731901"/>
                  <a:gd name="connsiteY5" fmla="*/ 872014 h 1266539"/>
                  <a:gd name="connsiteX6" fmla="*/ 729520 w 731901"/>
                  <a:gd name="connsiteY6" fmla="*/ 872014 h 1266539"/>
                  <a:gd name="connsiteX7" fmla="*/ 729520 w 731901"/>
                  <a:gd name="connsiteY7" fmla="*/ 879157 h 1266539"/>
                  <a:gd name="connsiteX8" fmla="*/ 635698 w 731901"/>
                  <a:gd name="connsiteY8" fmla="*/ 1169099 h 1266539"/>
                  <a:gd name="connsiteX9" fmla="*/ 370713 w 731901"/>
                  <a:gd name="connsiteY9" fmla="*/ 1266539 h 1266539"/>
                  <a:gd name="connsiteX10" fmla="*/ 0 w 731901"/>
                  <a:gd name="connsiteY10" fmla="*/ 829342 h 1266539"/>
                  <a:gd name="connsiteX11" fmla="*/ 0 w 731901"/>
                  <a:gd name="connsiteY11" fmla="*/ 432530 h 1266539"/>
                  <a:gd name="connsiteX12" fmla="*/ 96203 w 731901"/>
                  <a:gd name="connsiteY12" fmla="*/ 109347 h 1266539"/>
                  <a:gd name="connsiteX13" fmla="*/ 363569 w 731901"/>
                  <a:gd name="connsiteY13" fmla="*/ 0 h 1266539"/>
                  <a:gd name="connsiteX14" fmla="*/ 633317 w 731901"/>
                  <a:gd name="connsiteY14" fmla="*/ 109347 h 1266539"/>
                  <a:gd name="connsiteX15" fmla="*/ 731901 w 731901"/>
                  <a:gd name="connsiteY15" fmla="*/ 432530 h 1266539"/>
                  <a:gd name="connsiteX16" fmla="*/ 731901 w 731901"/>
                  <a:gd name="connsiteY16" fmla="*/ 681990 h 1266539"/>
                  <a:gd name="connsiteX17" fmla="*/ 161544 w 731901"/>
                  <a:gd name="connsiteY17" fmla="*/ 681990 h 1266539"/>
                  <a:gd name="connsiteX18" fmla="*/ 213932 w 731901"/>
                  <a:gd name="connsiteY18" fmla="*/ 212598 h 1266539"/>
                  <a:gd name="connsiteX19" fmla="*/ 161640 w 731901"/>
                  <a:gd name="connsiteY19" fmla="*/ 437198 h 1266539"/>
                  <a:gd name="connsiteX20" fmla="*/ 161640 w 731901"/>
                  <a:gd name="connsiteY20" fmla="*/ 558356 h 1266539"/>
                  <a:gd name="connsiteX21" fmla="*/ 572738 w 731901"/>
                  <a:gd name="connsiteY21" fmla="*/ 558356 h 1266539"/>
                  <a:gd name="connsiteX22" fmla="*/ 572738 w 731901"/>
                  <a:gd name="connsiteY22" fmla="*/ 432435 h 1266539"/>
                  <a:gd name="connsiteX23" fmla="*/ 519303 w 731901"/>
                  <a:gd name="connsiteY23" fmla="*/ 211455 h 1266539"/>
                  <a:gd name="connsiteX24" fmla="*/ 366046 w 731901"/>
                  <a:gd name="connsiteY24" fmla="*/ 144875 h 1266539"/>
                  <a:gd name="connsiteX25" fmla="*/ 213932 w 731901"/>
                  <a:gd name="connsiteY25" fmla="*/ 212598 h 1266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31901" h="1266539">
                    <a:moveTo>
                      <a:pt x="161640" y="681895"/>
                    </a:moveTo>
                    <a:lnTo>
                      <a:pt x="161640" y="826865"/>
                    </a:lnTo>
                    <a:cubicBezTo>
                      <a:pt x="161640" y="934593"/>
                      <a:pt x="180213" y="1011460"/>
                      <a:pt x="217456" y="1057370"/>
                    </a:cubicBezTo>
                    <a:cubicBezTo>
                      <a:pt x="254698" y="1103376"/>
                      <a:pt x="307372" y="1126331"/>
                      <a:pt x="375475" y="1126331"/>
                    </a:cubicBezTo>
                    <a:cubicBezTo>
                      <a:pt x="505396" y="1126331"/>
                      <a:pt x="570357" y="1044797"/>
                      <a:pt x="570357" y="881539"/>
                    </a:cubicBezTo>
                    <a:lnTo>
                      <a:pt x="570357" y="872014"/>
                    </a:lnTo>
                    <a:lnTo>
                      <a:pt x="729520" y="872014"/>
                    </a:lnTo>
                    <a:lnTo>
                      <a:pt x="729520" y="879157"/>
                    </a:lnTo>
                    <a:cubicBezTo>
                      <a:pt x="729520" y="1007459"/>
                      <a:pt x="698182" y="1104138"/>
                      <a:pt x="635698" y="1169099"/>
                    </a:cubicBezTo>
                    <a:cubicBezTo>
                      <a:pt x="573119" y="1234059"/>
                      <a:pt x="484823" y="1266539"/>
                      <a:pt x="370713" y="1266539"/>
                    </a:cubicBezTo>
                    <a:cubicBezTo>
                      <a:pt x="123540" y="1266539"/>
                      <a:pt x="0" y="1120807"/>
                      <a:pt x="0" y="829342"/>
                    </a:cubicBezTo>
                    <a:lnTo>
                      <a:pt x="0" y="432530"/>
                    </a:lnTo>
                    <a:cubicBezTo>
                      <a:pt x="0" y="289941"/>
                      <a:pt x="32099" y="182213"/>
                      <a:pt x="96203" y="109347"/>
                    </a:cubicBezTo>
                    <a:cubicBezTo>
                      <a:pt x="160401" y="36481"/>
                      <a:pt x="249460" y="0"/>
                      <a:pt x="363569" y="0"/>
                    </a:cubicBezTo>
                    <a:cubicBezTo>
                      <a:pt x="477679" y="0"/>
                      <a:pt x="567500" y="36481"/>
                      <a:pt x="633317" y="109347"/>
                    </a:cubicBezTo>
                    <a:cubicBezTo>
                      <a:pt x="699040" y="182213"/>
                      <a:pt x="731901" y="289941"/>
                      <a:pt x="731901" y="432530"/>
                    </a:cubicBezTo>
                    <a:lnTo>
                      <a:pt x="731901" y="681990"/>
                    </a:lnTo>
                    <a:lnTo>
                      <a:pt x="161544" y="681990"/>
                    </a:lnTo>
                    <a:close/>
                    <a:moveTo>
                      <a:pt x="213932" y="212598"/>
                    </a:moveTo>
                    <a:cubicBezTo>
                      <a:pt x="179070" y="257746"/>
                      <a:pt x="161640" y="332613"/>
                      <a:pt x="161640" y="437198"/>
                    </a:cubicBezTo>
                    <a:lnTo>
                      <a:pt x="161640" y="558356"/>
                    </a:lnTo>
                    <a:lnTo>
                      <a:pt x="572738" y="558356"/>
                    </a:lnTo>
                    <a:lnTo>
                      <a:pt x="572738" y="432435"/>
                    </a:lnTo>
                    <a:cubicBezTo>
                      <a:pt x="572738" y="329470"/>
                      <a:pt x="554927" y="255842"/>
                      <a:pt x="519303" y="211455"/>
                    </a:cubicBezTo>
                    <a:cubicBezTo>
                      <a:pt x="483680" y="167069"/>
                      <a:pt x="432531" y="144875"/>
                      <a:pt x="366046" y="144875"/>
                    </a:cubicBezTo>
                    <a:cubicBezTo>
                      <a:pt x="299561" y="144875"/>
                      <a:pt x="248793" y="167449"/>
                      <a:pt x="213932" y="212598"/>
                    </a:cubicBez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3" name="Forma libre: forma 42">
                <a:extLst>
                  <a:ext uri="{FF2B5EF4-FFF2-40B4-BE49-F238E27FC236}">
                    <a16:creationId xmlns:a16="http://schemas.microsoft.com/office/drawing/2014/main" id="{941B25C0-8976-400F-BF3A-11F267769A03}"/>
                  </a:ext>
                </a:extLst>
              </p:cNvPr>
              <p:cNvSpPr/>
              <p:nvPr/>
            </p:nvSpPr>
            <p:spPr>
              <a:xfrm>
                <a:off x="13773436" y="1700149"/>
                <a:ext cx="501490" cy="1247679"/>
              </a:xfrm>
              <a:custGeom>
                <a:avLst/>
                <a:gdLst>
                  <a:gd name="connsiteX0" fmla="*/ 0 w 501490"/>
                  <a:gd name="connsiteY0" fmla="*/ 19050 h 1247679"/>
                  <a:gd name="connsiteX1" fmla="*/ 156876 w 501490"/>
                  <a:gd name="connsiteY1" fmla="*/ 19050 h 1247679"/>
                  <a:gd name="connsiteX2" fmla="*/ 156876 w 501490"/>
                  <a:gd name="connsiteY2" fmla="*/ 140208 h 1247679"/>
                  <a:gd name="connsiteX3" fmla="*/ 263842 w 501490"/>
                  <a:gd name="connsiteY3" fmla="*/ 34480 h 1247679"/>
                  <a:gd name="connsiteX4" fmla="*/ 413575 w 501490"/>
                  <a:gd name="connsiteY4" fmla="*/ 0 h 1247679"/>
                  <a:gd name="connsiteX5" fmla="*/ 501491 w 501490"/>
                  <a:gd name="connsiteY5" fmla="*/ 9525 h 1247679"/>
                  <a:gd name="connsiteX6" fmla="*/ 501491 w 501490"/>
                  <a:gd name="connsiteY6" fmla="*/ 166402 h 1247679"/>
                  <a:gd name="connsiteX7" fmla="*/ 382714 w 501490"/>
                  <a:gd name="connsiteY7" fmla="*/ 145066 h 1247679"/>
                  <a:gd name="connsiteX8" fmla="*/ 223551 w 501490"/>
                  <a:gd name="connsiteY8" fmla="*/ 206883 h 1247679"/>
                  <a:gd name="connsiteX9" fmla="*/ 161734 w 501490"/>
                  <a:gd name="connsiteY9" fmla="*/ 375571 h 1247679"/>
                  <a:gd name="connsiteX10" fmla="*/ 161734 w 501490"/>
                  <a:gd name="connsiteY10" fmla="*/ 1247680 h 1247679"/>
                  <a:gd name="connsiteX11" fmla="*/ 190 w 501490"/>
                  <a:gd name="connsiteY11" fmla="*/ 1247680 h 1247679"/>
                  <a:gd name="connsiteX12" fmla="*/ 190 w 501490"/>
                  <a:gd name="connsiteY12" fmla="*/ 19050 h 1247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1490" h="1247679">
                    <a:moveTo>
                      <a:pt x="0" y="19050"/>
                    </a:moveTo>
                    <a:lnTo>
                      <a:pt x="156876" y="19050"/>
                    </a:lnTo>
                    <a:lnTo>
                      <a:pt x="156876" y="140208"/>
                    </a:lnTo>
                    <a:cubicBezTo>
                      <a:pt x="183832" y="92678"/>
                      <a:pt x="219456" y="57436"/>
                      <a:pt x="263842" y="34480"/>
                    </a:cubicBezTo>
                    <a:cubicBezTo>
                      <a:pt x="308134" y="11525"/>
                      <a:pt x="358044" y="0"/>
                      <a:pt x="413575" y="0"/>
                    </a:cubicBezTo>
                    <a:cubicBezTo>
                      <a:pt x="446818" y="0"/>
                      <a:pt x="476155" y="3143"/>
                      <a:pt x="501491" y="9525"/>
                    </a:cubicBezTo>
                    <a:lnTo>
                      <a:pt x="501491" y="166402"/>
                    </a:lnTo>
                    <a:cubicBezTo>
                      <a:pt x="458724" y="152114"/>
                      <a:pt x="419100" y="145066"/>
                      <a:pt x="382714" y="145066"/>
                    </a:cubicBezTo>
                    <a:cubicBezTo>
                      <a:pt x="317754" y="145066"/>
                      <a:pt x="264700" y="165640"/>
                      <a:pt x="223551" y="206883"/>
                    </a:cubicBezTo>
                    <a:cubicBezTo>
                      <a:pt x="182308" y="248126"/>
                      <a:pt x="161734" y="304324"/>
                      <a:pt x="161734" y="375571"/>
                    </a:cubicBezTo>
                    <a:lnTo>
                      <a:pt x="161734" y="1247680"/>
                    </a:lnTo>
                    <a:lnTo>
                      <a:pt x="190" y="1247680"/>
                    </a:lnTo>
                    <a:lnTo>
                      <a:pt x="190" y="19050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4" name="Forma libre: forma 43">
                <a:extLst>
                  <a:ext uri="{FF2B5EF4-FFF2-40B4-BE49-F238E27FC236}">
                    <a16:creationId xmlns:a16="http://schemas.microsoft.com/office/drawing/2014/main" id="{CAB1A68F-A5A7-426A-BD7B-571AC181DCF6}"/>
                  </a:ext>
                </a:extLst>
              </p:cNvPr>
              <p:cNvSpPr/>
              <p:nvPr/>
            </p:nvSpPr>
            <p:spPr>
              <a:xfrm>
                <a:off x="14417421" y="1700149"/>
                <a:ext cx="729519" cy="1266348"/>
              </a:xfrm>
              <a:custGeom>
                <a:avLst/>
                <a:gdLst>
                  <a:gd name="connsiteX0" fmla="*/ 96202 w 729519"/>
                  <a:gd name="connsiteY0" fmla="*/ 1172718 h 1266348"/>
                  <a:gd name="connsiteX1" fmla="*/ 0 w 729519"/>
                  <a:gd name="connsiteY1" fmla="*/ 917258 h 1266348"/>
                  <a:gd name="connsiteX2" fmla="*/ 0 w 729519"/>
                  <a:gd name="connsiteY2" fmla="*/ 902970 h 1266348"/>
                  <a:gd name="connsiteX3" fmla="*/ 149733 w 729519"/>
                  <a:gd name="connsiteY3" fmla="*/ 902970 h 1266348"/>
                  <a:gd name="connsiteX4" fmla="*/ 149733 w 729519"/>
                  <a:gd name="connsiteY4" fmla="*/ 917258 h 1266348"/>
                  <a:gd name="connsiteX5" fmla="*/ 206787 w 729519"/>
                  <a:gd name="connsiteY5" fmla="*/ 1070515 h 1266348"/>
                  <a:gd name="connsiteX6" fmla="*/ 363664 w 729519"/>
                  <a:gd name="connsiteY6" fmla="*/ 1123950 h 1266348"/>
                  <a:gd name="connsiteX7" fmla="*/ 512159 w 729519"/>
                  <a:gd name="connsiteY7" fmla="*/ 1075277 h 1266348"/>
                  <a:gd name="connsiteX8" fmla="*/ 567976 w 729519"/>
                  <a:gd name="connsiteY8" fmla="*/ 926783 h 1266348"/>
                  <a:gd name="connsiteX9" fmla="*/ 529971 w 729519"/>
                  <a:gd name="connsiteY9" fmla="*/ 803243 h 1266348"/>
                  <a:gd name="connsiteX10" fmla="*/ 401669 w 729519"/>
                  <a:gd name="connsiteY10" fmla="*/ 720090 h 1266348"/>
                  <a:gd name="connsiteX11" fmla="*/ 247174 w 729519"/>
                  <a:gd name="connsiteY11" fmla="*/ 655892 h 1266348"/>
                  <a:gd name="connsiteX12" fmla="*/ 11906 w 729519"/>
                  <a:gd name="connsiteY12" fmla="*/ 335089 h 1266348"/>
                  <a:gd name="connsiteX13" fmla="*/ 108109 w 729519"/>
                  <a:gd name="connsiteY13" fmla="*/ 91535 h 1266348"/>
                  <a:gd name="connsiteX14" fmla="*/ 365950 w 729519"/>
                  <a:gd name="connsiteY14" fmla="*/ 0 h 1266348"/>
                  <a:gd name="connsiteX15" fmla="*/ 621411 w 729519"/>
                  <a:gd name="connsiteY15" fmla="*/ 92678 h 1266348"/>
                  <a:gd name="connsiteX16" fmla="*/ 715232 w 729519"/>
                  <a:gd name="connsiteY16" fmla="*/ 342138 h 1266348"/>
                  <a:gd name="connsiteX17" fmla="*/ 715232 w 729519"/>
                  <a:gd name="connsiteY17" fmla="*/ 372999 h 1266348"/>
                  <a:gd name="connsiteX18" fmla="*/ 565499 w 729519"/>
                  <a:gd name="connsiteY18" fmla="*/ 372999 h 1266348"/>
                  <a:gd name="connsiteX19" fmla="*/ 565499 w 729519"/>
                  <a:gd name="connsiteY19" fmla="*/ 358712 h 1266348"/>
                  <a:gd name="connsiteX20" fmla="*/ 513207 w 729519"/>
                  <a:gd name="connsiteY20" fmla="*/ 197072 h 1266348"/>
                  <a:gd name="connsiteX21" fmla="*/ 363474 w 729519"/>
                  <a:gd name="connsiteY21" fmla="*/ 140018 h 1266348"/>
                  <a:gd name="connsiteX22" fmla="*/ 224504 w 729519"/>
                  <a:gd name="connsiteY22" fmla="*/ 188690 h 1266348"/>
                  <a:gd name="connsiteX23" fmla="*/ 173450 w 729519"/>
                  <a:gd name="connsiteY23" fmla="*/ 322993 h 1266348"/>
                  <a:gd name="connsiteX24" fmla="*/ 206693 w 729519"/>
                  <a:gd name="connsiteY24" fmla="*/ 434721 h 1266348"/>
                  <a:gd name="connsiteX25" fmla="*/ 323183 w 729519"/>
                  <a:gd name="connsiteY25" fmla="*/ 517874 h 1266348"/>
                  <a:gd name="connsiteX26" fmla="*/ 477678 w 729519"/>
                  <a:gd name="connsiteY26" fmla="*/ 582073 h 1266348"/>
                  <a:gd name="connsiteX27" fmla="*/ 666559 w 729519"/>
                  <a:gd name="connsiteY27" fmla="*/ 707993 h 1266348"/>
                  <a:gd name="connsiteX28" fmla="*/ 729519 w 729519"/>
                  <a:gd name="connsiteY28" fmla="*/ 914686 h 1266348"/>
                  <a:gd name="connsiteX29" fmla="*/ 630936 w 729519"/>
                  <a:gd name="connsiteY29" fmla="*/ 1173671 h 1266348"/>
                  <a:gd name="connsiteX30" fmla="*/ 358807 w 729519"/>
                  <a:gd name="connsiteY30" fmla="*/ 1266349 h 1266348"/>
                  <a:gd name="connsiteX31" fmla="*/ 96202 w 729519"/>
                  <a:gd name="connsiteY31" fmla="*/ 1172528 h 126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29519" h="1266348">
                    <a:moveTo>
                      <a:pt x="96202" y="1172718"/>
                    </a:moveTo>
                    <a:cubicBezTo>
                      <a:pt x="32004" y="1110139"/>
                      <a:pt x="0" y="1024985"/>
                      <a:pt x="0" y="917258"/>
                    </a:cubicBezTo>
                    <a:lnTo>
                      <a:pt x="0" y="902970"/>
                    </a:lnTo>
                    <a:lnTo>
                      <a:pt x="149733" y="902970"/>
                    </a:lnTo>
                    <a:lnTo>
                      <a:pt x="149733" y="917258"/>
                    </a:lnTo>
                    <a:cubicBezTo>
                      <a:pt x="149733" y="983837"/>
                      <a:pt x="168783" y="1034891"/>
                      <a:pt x="206787" y="1070515"/>
                    </a:cubicBezTo>
                    <a:cubicBezTo>
                      <a:pt x="244793" y="1106138"/>
                      <a:pt x="297085" y="1123950"/>
                      <a:pt x="363664" y="1123950"/>
                    </a:cubicBezTo>
                    <a:cubicBezTo>
                      <a:pt x="425482" y="1123950"/>
                      <a:pt x="474916" y="1107758"/>
                      <a:pt x="512159" y="1075277"/>
                    </a:cubicBezTo>
                    <a:cubicBezTo>
                      <a:pt x="549402" y="1042797"/>
                      <a:pt x="567976" y="993267"/>
                      <a:pt x="567976" y="926783"/>
                    </a:cubicBezTo>
                    <a:cubicBezTo>
                      <a:pt x="567976" y="874490"/>
                      <a:pt x="555307" y="833342"/>
                      <a:pt x="529971" y="803243"/>
                    </a:cubicBezTo>
                    <a:cubicBezTo>
                      <a:pt x="504634" y="773144"/>
                      <a:pt x="461867" y="745427"/>
                      <a:pt x="401669" y="720090"/>
                    </a:cubicBezTo>
                    <a:lnTo>
                      <a:pt x="247174" y="655892"/>
                    </a:lnTo>
                    <a:cubicBezTo>
                      <a:pt x="90297" y="590931"/>
                      <a:pt x="11906" y="484061"/>
                      <a:pt x="11906" y="335089"/>
                    </a:cubicBezTo>
                    <a:cubicBezTo>
                      <a:pt x="11906" y="233743"/>
                      <a:pt x="44005" y="152495"/>
                      <a:pt x="108109" y="91535"/>
                    </a:cubicBezTo>
                    <a:cubicBezTo>
                      <a:pt x="172307" y="30575"/>
                      <a:pt x="258223" y="0"/>
                      <a:pt x="365950" y="0"/>
                    </a:cubicBezTo>
                    <a:cubicBezTo>
                      <a:pt x="473678" y="0"/>
                      <a:pt x="558832" y="30861"/>
                      <a:pt x="621411" y="92678"/>
                    </a:cubicBezTo>
                    <a:cubicBezTo>
                      <a:pt x="683990" y="154496"/>
                      <a:pt x="715232" y="237649"/>
                      <a:pt x="715232" y="342138"/>
                    </a:cubicBezTo>
                    <a:lnTo>
                      <a:pt x="715232" y="372999"/>
                    </a:lnTo>
                    <a:lnTo>
                      <a:pt x="565499" y="372999"/>
                    </a:lnTo>
                    <a:lnTo>
                      <a:pt x="565499" y="358712"/>
                    </a:lnTo>
                    <a:cubicBezTo>
                      <a:pt x="565499" y="288989"/>
                      <a:pt x="548068" y="235172"/>
                      <a:pt x="513207" y="197072"/>
                    </a:cubicBezTo>
                    <a:cubicBezTo>
                      <a:pt x="478345" y="159068"/>
                      <a:pt x="428434" y="140018"/>
                      <a:pt x="363474" y="140018"/>
                    </a:cubicBezTo>
                    <a:cubicBezTo>
                      <a:pt x="304800" y="140018"/>
                      <a:pt x="258509" y="156305"/>
                      <a:pt x="224504" y="188690"/>
                    </a:cubicBezTo>
                    <a:cubicBezTo>
                      <a:pt x="190405" y="221170"/>
                      <a:pt x="173450" y="265938"/>
                      <a:pt x="173450" y="322993"/>
                    </a:cubicBezTo>
                    <a:cubicBezTo>
                      <a:pt x="173450" y="365760"/>
                      <a:pt x="184499" y="403003"/>
                      <a:pt x="206693" y="434721"/>
                    </a:cubicBezTo>
                    <a:cubicBezTo>
                      <a:pt x="228885" y="466439"/>
                      <a:pt x="267652" y="494157"/>
                      <a:pt x="323183" y="517874"/>
                    </a:cubicBezTo>
                    <a:lnTo>
                      <a:pt x="477678" y="582073"/>
                    </a:lnTo>
                    <a:cubicBezTo>
                      <a:pt x="561594" y="616934"/>
                      <a:pt x="624649" y="658939"/>
                      <a:pt x="666559" y="707993"/>
                    </a:cubicBezTo>
                    <a:cubicBezTo>
                      <a:pt x="708565" y="757142"/>
                      <a:pt x="729519" y="826008"/>
                      <a:pt x="729519" y="914686"/>
                    </a:cubicBezTo>
                    <a:cubicBezTo>
                      <a:pt x="729519" y="1025557"/>
                      <a:pt x="696659" y="1111949"/>
                      <a:pt x="630936" y="1173671"/>
                    </a:cubicBezTo>
                    <a:cubicBezTo>
                      <a:pt x="565213" y="1235488"/>
                      <a:pt x="474440" y="1266349"/>
                      <a:pt x="358807" y="1266349"/>
                    </a:cubicBezTo>
                    <a:cubicBezTo>
                      <a:pt x="243173" y="1266349"/>
                      <a:pt x="160401" y="1235107"/>
                      <a:pt x="96202" y="1172528"/>
                    </a:cubicBez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5" name="Forma libre: forma 44">
                <a:extLst>
                  <a:ext uri="{FF2B5EF4-FFF2-40B4-BE49-F238E27FC236}">
                    <a16:creationId xmlns:a16="http://schemas.microsoft.com/office/drawing/2014/main" id="{EE9D204F-72F4-4830-B9F1-80C6E7EE64C9}"/>
                  </a:ext>
                </a:extLst>
              </p:cNvPr>
              <p:cNvSpPr/>
              <p:nvPr/>
            </p:nvSpPr>
            <p:spPr>
              <a:xfrm>
                <a:off x="15384494" y="1310482"/>
                <a:ext cx="163925" cy="1637252"/>
              </a:xfrm>
              <a:custGeom>
                <a:avLst/>
                <a:gdLst>
                  <a:gd name="connsiteX0" fmla="*/ 0 w 163925"/>
                  <a:gd name="connsiteY0" fmla="*/ 0 h 1637252"/>
                  <a:gd name="connsiteX1" fmla="*/ 163925 w 163925"/>
                  <a:gd name="connsiteY1" fmla="*/ 0 h 1637252"/>
                  <a:gd name="connsiteX2" fmla="*/ 163925 w 163925"/>
                  <a:gd name="connsiteY2" fmla="*/ 213836 h 1637252"/>
                  <a:gd name="connsiteX3" fmla="*/ 0 w 163925"/>
                  <a:gd name="connsiteY3" fmla="*/ 213836 h 1637252"/>
                  <a:gd name="connsiteX4" fmla="*/ 0 w 163925"/>
                  <a:gd name="connsiteY4" fmla="*/ 0 h 1637252"/>
                  <a:gd name="connsiteX5" fmla="*/ 0 w 163925"/>
                  <a:gd name="connsiteY5" fmla="*/ 408718 h 1637252"/>
                  <a:gd name="connsiteX6" fmla="*/ 161640 w 163925"/>
                  <a:gd name="connsiteY6" fmla="*/ 408718 h 1637252"/>
                  <a:gd name="connsiteX7" fmla="*/ 161640 w 163925"/>
                  <a:gd name="connsiteY7" fmla="*/ 1637252 h 1637252"/>
                  <a:gd name="connsiteX8" fmla="*/ 0 w 163925"/>
                  <a:gd name="connsiteY8" fmla="*/ 1637252 h 1637252"/>
                  <a:gd name="connsiteX9" fmla="*/ 0 w 163925"/>
                  <a:gd name="connsiteY9" fmla="*/ 408718 h 163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925" h="1637252">
                    <a:moveTo>
                      <a:pt x="0" y="0"/>
                    </a:moveTo>
                    <a:lnTo>
                      <a:pt x="163925" y="0"/>
                    </a:lnTo>
                    <a:lnTo>
                      <a:pt x="163925" y="213836"/>
                    </a:lnTo>
                    <a:lnTo>
                      <a:pt x="0" y="213836"/>
                    </a:lnTo>
                    <a:lnTo>
                      <a:pt x="0" y="0"/>
                    </a:lnTo>
                    <a:close/>
                    <a:moveTo>
                      <a:pt x="0" y="408718"/>
                    </a:moveTo>
                    <a:lnTo>
                      <a:pt x="161640" y="408718"/>
                    </a:lnTo>
                    <a:lnTo>
                      <a:pt x="161640" y="1637252"/>
                    </a:lnTo>
                    <a:lnTo>
                      <a:pt x="0" y="1637252"/>
                    </a:lnTo>
                    <a:lnTo>
                      <a:pt x="0" y="408718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6" name="Forma libre: forma 45">
                <a:extLst>
                  <a:ext uri="{FF2B5EF4-FFF2-40B4-BE49-F238E27FC236}">
                    <a16:creationId xmlns:a16="http://schemas.microsoft.com/office/drawing/2014/main" id="{A9EE4E0A-CA97-45A5-8B06-E756BB62CB44}"/>
                  </a:ext>
                </a:extLst>
              </p:cNvPr>
              <p:cNvSpPr/>
              <p:nvPr/>
            </p:nvSpPr>
            <p:spPr>
              <a:xfrm>
                <a:off x="15821691" y="1308101"/>
                <a:ext cx="719995" cy="1658588"/>
              </a:xfrm>
              <a:custGeom>
                <a:avLst/>
                <a:gdLst>
                  <a:gd name="connsiteX0" fmla="*/ 89154 w 719995"/>
                  <a:gd name="connsiteY0" fmla="*/ 1555337 h 1658588"/>
                  <a:gd name="connsiteX1" fmla="*/ 0 w 719995"/>
                  <a:gd name="connsiteY1" fmla="*/ 1240441 h 1658588"/>
                  <a:gd name="connsiteX2" fmla="*/ 0 w 719995"/>
                  <a:gd name="connsiteY2" fmla="*/ 810387 h 1658588"/>
                  <a:gd name="connsiteX3" fmla="*/ 89154 w 719995"/>
                  <a:gd name="connsiteY3" fmla="*/ 495491 h 1658588"/>
                  <a:gd name="connsiteX4" fmla="*/ 323183 w 719995"/>
                  <a:gd name="connsiteY4" fmla="*/ 392144 h 1658588"/>
                  <a:gd name="connsiteX5" fmla="*/ 558450 w 719995"/>
                  <a:gd name="connsiteY5" fmla="*/ 529971 h 1658588"/>
                  <a:gd name="connsiteX6" fmla="*/ 558450 w 719995"/>
                  <a:gd name="connsiteY6" fmla="*/ 0 h 1658588"/>
                  <a:gd name="connsiteX7" fmla="*/ 719995 w 719995"/>
                  <a:gd name="connsiteY7" fmla="*/ 0 h 1658588"/>
                  <a:gd name="connsiteX8" fmla="*/ 719995 w 719995"/>
                  <a:gd name="connsiteY8" fmla="*/ 1639634 h 1658588"/>
                  <a:gd name="connsiteX9" fmla="*/ 558450 w 719995"/>
                  <a:gd name="connsiteY9" fmla="*/ 1639634 h 1658588"/>
                  <a:gd name="connsiteX10" fmla="*/ 558450 w 719995"/>
                  <a:gd name="connsiteY10" fmla="*/ 1527905 h 1658588"/>
                  <a:gd name="connsiteX11" fmla="*/ 323183 w 719995"/>
                  <a:gd name="connsiteY11" fmla="*/ 1658588 h 1658588"/>
                  <a:gd name="connsiteX12" fmla="*/ 89154 w 719995"/>
                  <a:gd name="connsiteY12" fmla="*/ 1555242 h 1658588"/>
                  <a:gd name="connsiteX13" fmla="*/ 506158 w 719995"/>
                  <a:gd name="connsiteY13" fmla="*/ 1440085 h 1658588"/>
                  <a:gd name="connsiteX14" fmla="*/ 558450 w 719995"/>
                  <a:gd name="connsiteY14" fmla="*/ 1223867 h 1658588"/>
                  <a:gd name="connsiteX15" fmla="*/ 558450 w 719995"/>
                  <a:gd name="connsiteY15" fmla="*/ 831818 h 1658588"/>
                  <a:gd name="connsiteX16" fmla="*/ 354044 w 719995"/>
                  <a:gd name="connsiteY16" fmla="*/ 537115 h 1658588"/>
                  <a:gd name="connsiteX17" fmla="*/ 161544 w 719995"/>
                  <a:gd name="connsiteY17" fmla="*/ 829437 h 1658588"/>
                  <a:gd name="connsiteX18" fmla="*/ 161544 w 719995"/>
                  <a:gd name="connsiteY18" fmla="*/ 1221486 h 1658588"/>
                  <a:gd name="connsiteX19" fmla="*/ 210217 w 719995"/>
                  <a:gd name="connsiteY19" fmla="*/ 1446086 h 1658588"/>
                  <a:gd name="connsiteX20" fmla="*/ 353949 w 719995"/>
                  <a:gd name="connsiteY20" fmla="*/ 1513808 h 1658588"/>
                  <a:gd name="connsiteX21" fmla="*/ 506063 w 719995"/>
                  <a:gd name="connsiteY21" fmla="*/ 1440180 h 165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19995" h="1658588">
                    <a:moveTo>
                      <a:pt x="89154" y="1555337"/>
                    </a:moveTo>
                    <a:cubicBezTo>
                      <a:pt x="29718" y="1486376"/>
                      <a:pt x="0" y="1381506"/>
                      <a:pt x="0" y="1240441"/>
                    </a:cubicBezTo>
                    <a:lnTo>
                      <a:pt x="0" y="810387"/>
                    </a:lnTo>
                    <a:cubicBezTo>
                      <a:pt x="0" y="669417"/>
                      <a:pt x="29718" y="564452"/>
                      <a:pt x="89154" y="495491"/>
                    </a:cubicBezTo>
                    <a:cubicBezTo>
                      <a:pt x="148590" y="426530"/>
                      <a:pt x="226600" y="392144"/>
                      <a:pt x="323183" y="392144"/>
                    </a:cubicBezTo>
                    <a:cubicBezTo>
                      <a:pt x="426149" y="392144"/>
                      <a:pt x="504540" y="438150"/>
                      <a:pt x="558450" y="529971"/>
                    </a:cubicBezTo>
                    <a:lnTo>
                      <a:pt x="558450" y="0"/>
                    </a:lnTo>
                    <a:lnTo>
                      <a:pt x="719995" y="0"/>
                    </a:lnTo>
                    <a:lnTo>
                      <a:pt x="719995" y="1639634"/>
                    </a:lnTo>
                    <a:lnTo>
                      <a:pt x="558450" y="1639634"/>
                    </a:lnTo>
                    <a:lnTo>
                      <a:pt x="558450" y="1527905"/>
                    </a:lnTo>
                    <a:cubicBezTo>
                      <a:pt x="504540" y="1615059"/>
                      <a:pt x="426149" y="1658588"/>
                      <a:pt x="323183" y="1658588"/>
                    </a:cubicBezTo>
                    <a:cubicBezTo>
                      <a:pt x="226504" y="1658588"/>
                      <a:pt x="148494" y="1624108"/>
                      <a:pt x="89154" y="1555242"/>
                    </a:cubicBezTo>
                    <a:close/>
                    <a:moveTo>
                      <a:pt x="506158" y="1440085"/>
                    </a:moveTo>
                    <a:cubicBezTo>
                      <a:pt x="541020" y="1391031"/>
                      <a:pt x="558450" y="1318927"/>
                      <a:pt x="558450" y="1223867"/>
                    </a:cubicBezTo>
                    <a:lnTo>
                      <a:pt x="558450" y="831818"/>
                    </a:lnTo>
                    <a:cubicBezTo>
                      <a:pt x="558450" y="635413"/>
                      <a:pt x="490347" y="537115"/>
                      <a:pt x="354044" y="537115"/>
                    </a:cubicBezTo>
                    <a:cubicBezTo>
                      <a:pt x="225743" y="537115"/>
                      <a:pt x="161544" y="634556"/>
                      <a:pt x="161544" y="829437"/>
                    </a:cubicBezTo>
                    <a:lnTo>
                      <a:pt x="161544" y="1221486"/>
                    </a:lnTo>
                    <a:cubicBezTo>
                      <a:pt x="161544" y="1326071"/>
                      <a:pt x="177736" y="1400937"/>
                      <a:pt x="210217" y="1446086"/>
                    </a:cubicBezTo>
                    <a:cubicBezTo>
                      <a:pt x="242697" y="1491234"/>
                      <a:pt x="290607" y="1513808"/>
                      <a:pt x="353949" y="1513808"/>
                    </a:cubicBezTo>
                    <a:cubicBezTo>
                      <a:pt x="420528" y="1513808"/>
                      <a:pt x="471202" y="1489234"/>
                      <a:pt x="506063" y="1440180"/>
                    </a:cubicBez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7" name="Forma libre: forma 46">
                <a:extLst>
                  <a:ext uri="{FF2B5EF4-FFF2-40B4-BE49-F238E27FC236}">
                    <a16:creationId xmlns:a16="http://schemas.microsoft.com/office/drawing/2014/main" id="{A74715F6-6B42-40AD-ABBF-0F0FE3FA37DD}"/>
                  </a:ext>
                </a:extLst>
              </p:cNvPr>
              <p:cNvSpPr/>
              <p:nvPr/>
            </p:nvSpPr>
            <p:spPr>
              <a:xfrm>
                <a:off x="16776858" y="1700149"/>
                <a:ext cx="717708" cy="1266539"/>
              </a:xfrm>
              <a:custGeom>
                <a:avLst/>
                <a:gdLst>
                  <a:gd name="connsiteX0" fmla="*/ 627412 w 717708"/>
                  <a:gd name="connsiteY0" fmla="*/ 93917 h 1266539"/>
                  <a:gd name="connsiteX1" fmla="*/ 717709 w 717708"/>
                  <a:gd name="connsiteY1" fmla="*/ 356521 h 1266539"/>
                  <a:gd name="connsiteX2" fmla="*/ 717709 w 717708"/>
                  <a:gd name="connsiteY2" fmla="*/ 1247585 h 1266539"/>
                  <a:gd name="connsiteX3" fmla="*/ 563213 w 717708"/>
                  <a:gd name="connsiteY3" fmla="*/ 1247585 h 1266539"/>
                  <a:gd name="connsiteX4" fmla="*/ 563213 w 717708"/>
                  <a:gd name="connsiteY4" fmla="*/ 1133475 h 1266539"/>
                  <a:gd name="connsiteX5" fmla="*/ 313659 w 717708"/>
                  <a:gd name="connsiteY5" fmla="*/ 1266539 h 1266539"/>
                  <a:gd name="connsiteX6" fmla="*/ 80772 w 717708"/>
                  <a:gd name="connsiteY6" fmla="*/ 1170337 h 1266539"/>
                  <a:gd name="connsiteX7" fmla="*/ 0 w 717708"/>
                  <a:gd name="connsiteY7" fmla="*/ 900589 h 1266539"/>
                  <a:gd name="connsiteX8" fmla="*/ 93821 w 717708"/>
                  <a:gd name="connsiteY8" fmla="*/ 640366 h 1266539"/>
                  <a:gd name="connsiteX9" fmla="*/ 365951 w 717708"/>
                  <a:gd name="connsiteY9" fmla="*/ 546545 h 1266539"/>
                  <a:gd name="connsiteX10" fmla="*/ 556070 w 717708"/>
                  <a:gd name="connsiteY10" fmla="*/ 546545 h 1266539"/>
                  <a:gd name="connsiteX11" fmla="*/ 556070 w 717708"/>
                  <a:gd name="connsiteY11" fmla="*/ 349282 h 1266539"/>
                  <a:gd name="connsiteX12" fmla="*/ 365951 w 717708"/>
                  <a:gd name="connsiteY12" fmla="*/ 142494 h 1266539"/>
                  <a:gd name="connsiteX13" fmla="*/ 230506 w 717708"/>
                  <a:gd name="connsiteY13" fmla="*/ 190024 h 1266539"/>
                  <a:gd name="connsiteX14" fmla="*/ 182976 w 717708"/>
                  <a:gd name="connsiteY14" fmla="*/ 323088 h 1266539"/>
                  <a:gd name="connsiteX15" fmla="*/ 182976 w 717708"/>
                  <a:gd name="connsiteY15" fmla="*/ 342138 h 1266539"/>
                  <a:gd name="connsiteX16" fmla="*/ 30861 w 717708"/>
                  <a:gd name="connsiteY16" fmla="*/ 342138 h 1266539"/>
                  <a:gd name="connsiteX17" fmla="*/ 30861 w 717708"/>
                  <a:gd name="connsiteY17" fmla="*/ 320802 h 1266539"/>
                  <a:gd name="connsiteX18" fmla="*/ 122396 w 717708"/>
                  <a:gd name="connsiteY18" fmla="*/ 85534 h 1266539"/>
                  <a:gd name="connsiteX19" fmla="*/ 365951 w 717708"/>
                  <a:gd name="connsiteY19" fmla="*/ 0 h 1266539"/>
                  <a:gd name="connsiteX20" fmla="*/ 627316 w 717708"/>
                  <a:gd name="connsiteY20" fmla="*/ 93821 h 1266539"/>
                  <a:gd name="connsiteX21" fmla="*/ 502634 w 717708"/>
                  <a:gd name="connsiteY21" fmla="*/ 1065848 h 1266539"/>
                  <a:gd name="connsiteX22" fmla="*/ 556070 w 717708"/>
                  <a:gd name="connsiteY22" fmla="*/ 895922 h 1266539"/>
                  <a:gd name="connsiteX23" fmla="*/ 556070 w 717708"/>
                  <a:gd name="connsiteY23" fmla="*/ 667798 h 1266539"/>
                  <a:gd name="connsiteX24" fmla="*/ 382620 w 717708"/>
                  <a:gd name="connsiteY24" fmla="*/ 667798 h 1266539"/>
                  <a:gd name="connsiteX25" fmla="*/ 161639 w 717708"/>
                  <a:gd name="connsiteY25" fmla="*/ 898303 h 1266539"/>
                  <a:gd name="connsiteX26" fmla="*/ 351759 w 717708"/>
                  <a:gd name="connsiteY26" fmla="*/ 1126427 h 1266539"/>
                  <a:gd name="connsiteX27" fmla="*/ 502634 w 717708"/>
                  <a:gd name="connsiteY27" fmla="*/ 1065848 h 1266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7708" h="1266539">
                    <a:moveTo>
                      <a:pt x="627412" y="93917"/>
                    </a:moveTo>
                    <a:cubicBezTo>
                      <a:pt x="687610" y="156496"/>
                      <a:pt x="717709" y="244030"/>
                      <a:pt x="717709" y="356521"/>
                    </a:cubicBezTo>
                    <a:lnTo>
                      <a:pt x="717709" y="1247585"/>
                    </a:lnTo>
                    <a:lnTo>
                      <a:pt x="563213" y="1247585"/>
                    </a:lnTo>
                    <a:lnTo>
                      <a:pt x="563213" y="1133475"/>
                    </a:lnTo>
                    <a:cubicBezTo>
                      <a:pt x="507778" y="1222248"/>
                      <a:pt x="424530" y="1266539"/>
                      <a:pt x="313659" y="1266539"/>
                    </a:cubicBezTo>
                    <a:cubicBezTo>
                      <a:pt x="212217" y="1266539"/>
                      <a:pt x="134588" y="1234440"/>
                      <a:pt x="80772" y="1170337"/>
                    </a:cubicBezTo>
                    <a:cubicBezTo>
                      <a:pt x="26861" y="1106234"/>
                      <a:pt x="0" y="1016318"/>
                      <a:pt x="0" y="900589"/>
                    </a:cubicBezTo>
                    <a:cubicBezTo>
                      <a:pt x="0" y="784860"/>
                      <a:pt x="31242" y="702945"/>
                      <a:pt x="93821" y="640366"/>
                    </a:cubicBezTo>
                    <a:cubicBezTo>
                      <a:pt x="156401" y="577787"/>
                      <a:pt x="247079" y="546545"/>
                      <a:pt x="365951" y="546545"/>
                    </a:cubicBezTo>
                    <a:lnTo>
                      <a:pt x="556070" y="546545"/>
                    </a:lnTo>
                    <a:lnTo>
                      <a:pt x="556070" y="349282"/>
                    </a:lnTo>
                    <a:cubicBezTo>
                      <a:pt x="556070" y="211455"/>
                      <a:pt x="492728" y="142494"/>
                      <a:pt x="365951" y="142494"/>
                    </a:cubicBezTo>
                    <a:cubicBezTo>
                      <a:pt x="307277" y="142494"/>
                      <a:pt x="262128" y="158305"/>
                      <a:pt x="230506" y="190024"/>
                    </a:cubicBezTo>
                    <a:cubicBezTo>
                      <a:pt x="198787" y="221742"/>
                      <a:pt x="182976" y="266033"/>
                      <a:pt x="182976" y="323088"/>
                    </a:cubicBezTo>
                    <a:lnTo>
                      <a:pt x="182976" y="342138"/>
                    </a:lnTo>
                    <a:lnTo>
                      <a:pt x="30861" y="342138"/>
                    </a:lnTo>
                    <a:lnTo>
                      <a:pt x="30861" y="320802"/>
                    </a:lnTo>
                    <a:cubicBezTo>
                      <a:pt x="30861" y="220980"/>
                      <a:pt x="61342" y="142589"/>
                      <a:pt x="122396" y="85534"/>
                    </a:cubicBezTo>
                    <a:cubicBezTo>
                      <a:pt x="183356" y="28480"/>
                      <a:pt x="264605" y="0"/>
                      <a:pt x="365951" y="0"/>
                    </a:cubicBezTo>
                    <a:cubicBezTo>
                      <a:pt x="479965" y="0"/>
                      <a:pt x="567119" y="31337"/>
                      <a:pt x="627316" y="93821"/>
                    </a:cubicBezTo>
                    <a:close/>
                    <a:moveTo>
                      <a:pt x="502634" y="1065848"/>
                    </a:moveTo>
                    <a:cubicBezTo>
                      <a:pt x="538258" y="1025462"/>
                      <a:pt x="556070" y="968788"/>
                      <a:pt x="556070" y="895922"/>
                    </a:cubicBezTo>
                    <a:lnTo>
                      <a:pt x="556070" y="667798"/>
                    </a:lnTo>
                    <a:lnTo>
                      <a:pt x="382620" y="667798"/>
                    </a:lnTo>
                    <a:cubicBezTo>
                      <a:pt x="235268" y="667798"/>
                      <a:pt x="161639" y="744664"/>
                      <a:pt x="161639" y="898303"/>
                    </a:cubicBezTo>
                    <a:cubicBezTo>
                      <a:pt x="161639" y="1051941"/>
                      <a:pt x="224980" y="1126427"/>
                      <a:pt x="351759" y="1126427"/>
                    </a:cubicBezTo>
                    <a:cubicBezTo>
                      <a:pt x="416719" y="1126427"/>
                      <a:pt x="467011" y="1106234"/>
                      <a:pt x="502634" y="1065848"/>
                    </a:cubicBez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48" name="Forma libre: forma 47">
                <a:extLst>
                  <a:ext uri="{FF2B5EF4-FFF2-40B4-BE49-F238E27FC236}">
                    <a16:creationId xmlns:a16="http://schemas.microsoft.com/office/drawing/2014/main" id="{AB75708F-C406-420E-A6A7-99E9FDD9AAFC}"/>
                  </a:ext>
                </a:extLst>
              </p:cNvPr>
              <p:cNvSpPr/>
              <p:nvPr/>
            </p:nvSpPr>
            <p:spPr>
              <a:xfrm>
                <a:off x="17753552" y="1308101"/>
                <a:ext cx="719994" cy="1658588"/>
              </a:xfrm>
              <a:custGeom>
                <a:avLst/>
                <a:gdLst>
                  <a:gd name="connsiteX0" fmla="*/ 89154 w 719994"/>
                  <a:gd name="connsiteY0" fmla="*/ 1555337 h 1658588"/>
                  <a:gd name="connsiteX1" fmla="*/ 0 w 719994"/>
                  <a:gd name="connsiteY1" fmla="*/ 1240441 h 1658588"/>
                  <a:gd name="connsiteX2" fmla="*/ 0 w 719994"/>
                  <a:gd name="connsiteY2" fmla="*/ 810387 h 1658588"/>
                  <a:gd name="connsiteX3" fmla="*/ 89154 w 719994"/>
                  <a:gd name="connsiteY3" fmla="*/ 495491 h 1658588"/>
                  <a:gd name="connsiteX4" fmla="*/ 323183 w 719994"/>
                  <a:gd name="connsiteY4" fmla="*/ 392144 h 1658588"/>
                  <a:gd name="connsiteX5" fmla="*/ 558451 w 719994"/>
                  <a:gd name="connsiteY5" fmla="*/ 529971 h 1658588"/>
                  <a:gd name="connsiteX6" fmla="*/ 558451 w 719994"/>
                  <a:gd name="connsiteY6" fmla="*/ 0 h 1658588"/>
                  <a:gd name="connsiteX7" fmla="*/ 719994 w 719994"/>
                  <a:gd name="connsiteY7" fmla="*/ 0 h 1658588"/>
                  <a:gd name="connsiteX8" fmla="*/ 719994 w 719994"/>
                  <a:gd name="connsiteY8" fmla="*/ 1639634 h 1658588"/>
                  <a:gd name="connsiteX9" fmla="*/ 558451 w 719994"/>
                  <a:gd name="connsiteY9" fmla="*/ 1639634 h 1658588"/>
                  <a:gd name="connsiteX10" fmla="*/ 558451 w 719994"/>
                  <a:gd name="connsiteY10" fmla="*/ 1527905 h 1658588"/>
                  <a:gd name="connsiteX11" fmla="*/ 323183 w 719994"/>
                  <a:gd name="connsiteY11" fmla="*/ 1658588 h 1658588"/>
                  <a:gd name="connsiteX12" fmla="*/ 89154 w 719994"/>
                  <a:gd name="connsiteY12" fmla="*/ 1555242 h 1658588"/>
                  <a:gd name="connsiteX13" fmla="*/ 506159 w 719994"/>
                  <a:gd name="connsiteY13" fmla="*/ 1440085 h 1658588"/>
                  <a:gd name="connsiteX14" fmla="*/ 558451 w 719994"/>
                  <a:gd name="connsiteY14" fmla="*/ 1223867 h 1658588"/>
                  <a:gd name="connsiteX15" fmla="*/ 558451 w 719994"/>
                  <a:gd name="connsiteY15" fmla="*/ 831818 h 1658588"/>
                  <a:gd name="connsiteX16" fmla="*/ 354045 w 719994"/>
                  <a:gd name="connsiteY16" fmla="*/ 537115 h 1658588"/>
                  <a:gd name="connsiteX17" fmla="*/ 161544 w 719994"/>
                  <a:gd name="connsiteY17" fmla="*/ 829437 h 1658588"/>
                  <a:gd name="connsiteX18" fmla="*/ 161544 w 719994"/>
                  <a:gd name="connsiteY18" fmla="*/ 1221486 h 1658588"/>
                  <a:gd name="connsiteX19" fmla="*/ 210216 w 719994"/>
                  <a:gd name="connsiteY19" fmla="*/ 1446086 h 1658588"/>
                  <a:gd name="connsiteX20" fmla="*/ 353949 w 719994"/>
                  <a:gd name="connsiteY20" fmla="*/ 1513808 h 1658588"/>
                  <a:gd name="connsiteX21" fmla="*/ 506063 w 719994"/>
                  <a:gd name="connsiteY21" fmla="*/ 1440180 h 165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19994" h="1658588">
                    <a:moveTo>
                      <a:pt x="89154" y="1555337"/>
                    </a:moveTo>
                    <a:cubicBezTo>
                      <a:pt x="29718" y="1486376"/>
                      <a:pt x="0" y="1381506"/>
                      <a:pt x="0" y="1240441"/>
                    </a:cubicBezTo>
                    <a:lnTo>
                      <a:pt x="0" y="810387"/>
                    </a:lnTo>
                    <a:cubicBezTo>
                      <a:pt x="0" y="669417"/>
                      <a:pt x="29718" y="564452"/>
                      <a:pt x="89154" y="495491"/>
                    </a:cubicBezTo>
                    <a:cubicBezTo>
                      <a:pt x="148590" y="426530"/>
                      <a:pt x="226600" y="392144"/>
                      <a:pt x="323183" y="392144"/>
                    </a:cubicBezTo>
                    <a:cubicBezTo>
                      <a:pt x="426148" y="392144"/>
                      <a:pt x="504539" y="438150"/>
                      <a:pt x="558451" y="529971"/>
                    </a:cubicBezTo>
                    <a:lnTo>
                      <a:pt x="558451" y="0"/>
                    </a:lnTo>
                    <a:lnTo>
                      <a:pt x="719994" y="0"/>
                    </a:lnTo>
                    <a:lnTo>
                      <a:pt x="719994" y="1639634"/>
                    </a:lnTo>
                    <a:lnTo>
                      <a:pt x="558451" y="1639634"/>
                    </a:lnTo>
                    <a:lnTo>
                      <a:pt x="558451" y="1527905"/>
                    </a:lnTo>
                    <a:cubicBezTo>
                      <a:pt x="504539" y="1615059"/>
                      <a:pt x="426148" y="1658588"/>
                      <a:pt x="323183" y="1658588"/>
                    </a:cubicBezTo>
                    <a:cubicBezTo>
                      <a:pt x="226505" y="1658588"/>
                      <a:pt x="148494" y="1624108"/>
                      <a:pt x="89154" y="1555242"/>
                    </a:cubicBezTo>
                    <a:close/>
                    <a:moveTo>
                      <a:pt x="506159" y="1440085"/>
                    </a:moveTo>
                    <a:cubicBezTo>
                      <a:pt x="541019" y="1391031"/>
                      <a:pt x="558451" y="1318927"/>
                      <a:pt x="558451" y="1223867"/>
                    </a:cubicBezTo>
                    <a:lnTo>
                      <a:pt x="558451" y="831818"/>
                    </a:lnTo>
                    <a:cubicBezTo>
                      <a:pt x="558451" y="635413"/>
                      <a:pt x="490347" y="537115"/>
                      <a:pt x="354045" y="537115"/>
                    </a:cubicBezTo>
                    <a:cubicBezTo>
                      <a:pt x="225742" y="537115"/>
                      <a:pt x="161544" y="634556"/>
                      <a:pt x="161544" y="829437"/>
                    </a:cubicBezTo>
                    <a:lnTo>
                      <a:pt x="161544" y="1221486"/>
                    </a:lnTo>
                    <a:cubicBezTo>
                      <a:pt x="161544" y="1326071"/>
                      <a:pt x="177737" y="1400937"/>
                      <a:pt x="210216" y="1446086"/>
                    </a:cubicBezTo>
                    <a:cubicBezTo>
                      <a:pt x="242697" y="1491234"/>
                      <a:pt x="290608" y="1513808"/>
                      <a:pt x="353949" y="1513808"/>
                    </a:cubicBezTo>
                    <a:cubicBezTo>
                      <a:pt x="420529" y="1513808"/>
                      <a:pt x="471201" y="1489234"/>
                      <a:pt x="506063" y="1440180"/>
                    </a:cubicBez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</p:grpSp>
        <p:grpSp>
          <p:nvGrpSpPr>
            <p:cNvPr id="10" name="Gráfico 14">
              <a:extLst>
                <a:ext uri="{FF2B5EF4-FFF2-40B4-BE49-F238E27FC236}">
                  <a16:creationId xmlns:a16="http://schemas.microsoft.com/office/drawing/2014/main" id="{99F89B8E-2973-402E-9857-F9B5BC0EF643}"/>
                </a:ext>
              </a:extLst>
            </p:cNvPr>
            <p:cNvGrpSpPr/>
            <p:nvPr/>
          </p:nvGrpSpPr>
          <p:grpSpPr>
            <a:xfrm>
              <a:off x="9314497" y="3487801"/>
              <a:ext cx="9202102" cy="2193893"/>
              <a:chOff x="9314497" y="3487801"/>
              <a:chExt cx="9202102" cy="2193893"/>
            </a:xfrm>
            <a:solidFill>
              <a:srgbClr val="006AEA"/>
            </a:solidFill>
          </p:grpSpPr>
          <p:sp>
            <p:nvSpPr>
              <p:cNvPr id="30" name="Forma libre: forma 29">
                <a:extLst>
                  <a:ext uri="{FF2B5EF4-FFF2-40B4-BE49-F238E27FC236}">
                    <a16:creationId xmlns:a16="http://schemas.microsoft.com/office/drawing/2014/main" id="{E2C301EF-205B-4F0F-ADAF-7D0B7E3DB903}"/>
                  </a:ext>
                </a:extLst>
              </p:cNvPr>
              <p:cNvSpPr/>
              <p:nvPr/>
            </p:nvSpPr>
            <p:spPr>
              <a:xfrm>
                <a:off x="9314497" y="3487897"/>
                <a:ext cx="999934" cy="2193702"/>
              </a:xfrm>
              <a:custGeom>
                <a:avLst/>
                <a:gdLst>
                  <a:gd name="connsiteX0" fmla="*/ 999935 w 999934"/>
                  <a:gd name="connsiteY0" fmla="*/ 1560481 h 2193702"/>
                  <a:gd name="connsiteX1" fmla="*/ 999935 w 999934"/>
                  <a:gd name="connsiteY1" fmla="*/ 1693831 h 2193702"/>
                  <a:gd name="connsiteX2" fmla="*/ 962025 w 999934"/>
                  <a:gd name="connsiteY2" fmla="*/ 1883188 h 2193702"/>
                  <a:gd name="connsiteX3" fmla="*/ 857536 w 999934"/>
                  <a:gd name="connsiteY3" fmla="*/ 2042255 h 2193702"/>
                  <a:gd name="connsiteX4" fmla="*/ 701516 w 999934"/>
                  <a:gd name="connsiteY4" fmla="*/ 2152841 h 2193702"/>
                  <a:gd name="connsiteX5" fmla="*/ 509111 w 999934"/>
                  <a:gd name="connsiteY5" fmla="*/ 2193703 h 2193702"/>
                  <a:gd name="connsiteX6" fmla="*/ 330327 w 999934"/>
                  <a:gd name="connsiteY6" fmla="*/ 2169509 h 2193702"/>
                  <a:gd name="connsiteX7" fmla="*/ 166688 w 999934"/>
                  <a:gd name="connsiteY7" fmla="*/ 2084641 h 2193702"/>
                  <a:gd name="connsiteX8" fmla="*/ 46958 w 999934"/>
                  <a:gd name="connsiteY8" fmla="*/ 1928622 h 2193702"/>
                  <a:gd name="connsiteX9" fmla="*/ 0 w 999934"/>
                  <a:gd name="connsiteY9" fmla="*/ 1684687 h 2193702"/>
                  <a:gd name="connsiteX10" fmla="*/ 0 w 999934"/>
                  <a:gd name="connsiteY10" fmla="*/ 496919 h 2193702"/>
                  <a:gd name="connsiteX11" fmla="*/ 36386 w 999934"/>
                  <a:gd name="connsiteY11" fmla="*/ 299942 h 2193702"/>
                  <a:gd name="connsiteX12" fmla="*/ 139446 w 999934"/>
                  <a:gd name="connsiteY12" fmla="*/ 142399 h 2193702"/>
                  <a:gd name="connsiteX13" fmla="*/ 298513 w 999934"/>
                  <a:gd name="connsiteY13" fmla="*/ 37909 h 2193702"/>
                  <a:gd name="connsiteX14" fmla="*/ 503015 w 999934"/>
                  <a:gd name="connsiteY14" fmla="*/ 0 h 2193702"/>
                  <a:gd name="connsiteX15" fmla="*/ 857536 w 999934"/>
                  <a:gd name="connsiteY15" fmla="*/ 142399 h 2193702"/>
                  <a:gd name="connsiteX16" fmla="*/ 962025 w 999934"/>
                  <a:gd name="connsiteY16" fmla="*/ 307562 h 2193702"/>
                  <a:gd name="connsiteX17" fmla="*/ 999935 w 999934"/>
                  <a:gd name="connsiteY17" fmla="*/ 515112 h 2193702"/>
                  <a:gd name="connsiteX18" fmla="*/ 999935 w 999934"/>
                  <a:gd name="connsiteY18" fmla="*/ 636365 h 2193702"/>
                  <a:gd name="connsiteX19" fmla="*/ 690848 w 999934"/>
                  <a:gd name="connsiteY19" fmla="*/ 636365 h 2193702"/>
                  <a:gd name="connsiteX20" fmla="*/ 690848 w 999934"/>
                  <a:gd name="connsiteY20" fmla="*/ 533305 h 2193702"/>
                  <a:gd name="connsiteX21" fmla="*/ 639318 w 999934"/>
                  <a:gd name="connsiteY21" fmla="*/ 375761 h 2193702"/>
                  <a:gd name="connsiteX22" fmla="*/ 499967 w 999934"/>
                  <a:gd name="connsiteY22" fmla="*/ 309086 h 2193702"/>
                  <a:gd name="connsiteX23" fmla="*/ 346996 w 999934"/>
                  <a:gd name="connsiteY23" fmla="*/ 380333 h 2193702"/>
                  <a:gd name="connsiteX24" fmla="*/ 309086 w 999934"/>
                  <a:gd name="connsiteY24" fmla="*/ 560641 h 2193702"/>
                  <a:gd name="connsiteX25" fmla="*/ 309086 w 999934"/>
                  <a:gd name="connsiteY25" fmla="*/ 1663541 h 2193702"/>
                  <a:gd name="connsiteX26" fmla="*/ 349949 w 999934"/>
                  <a:gd name="connsiteY26" fmla="*/ 1821085 h 2193702"/>
                  <a:gd name="connsiteX27" fmla="*/ 496919 w 999934"/>
                  <a:gd name="connsiteY27" fmla="*/ 1884712 h 2193702"/>
                  <a:gd name="connsiteX28" fmla="*/ 562070 w 999934"/>
                  <a:gd name="connsiteY28" fmla="*/ 1874139 h 2193702"/>
                  <a:gd name="connsiteX29" fmla="*/ 627221 w 999934"/>
                  <a:gd name="connsiteY29" fmla="*/ 1839278 h 2193702"/>
                  <a:gd name="connsiteX30" fmla="*/ 672655 w 999934"/>
                  <a:gd name="connsiteY30" fmla="*/ 1772603 h 2193702"/>
                  <a:gd name="connsiteX31" fmla="*/ 690848 w 999934"/>
                  <a:gd name="connsiteY31" fmla="*/ 1666589 h 2193702"/>
                  <a:gd name="connsiteX32" fmla="*/ 690848 w 999934"/>
                  <a:gd name="connsiteY32" fmla="*/ 1560576 h 2193702"/>
                  <a:gd name="connsiteX33" fmla="*/ 999935 w 999934"/>
                  <a:gd name="connsiteY33" fmla="*/ 1560576 h 2193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99934" h="2193702">
                    <a:moveTo>
                      <a:pt x="999935" y="1560481"/>
                    </a:moveTo>
                    <a:lnTo>
                      <a:pt x="999935" y="1693831"/>
                    </a:lnTo>
                    <a:cubicBezTo>
                      <a:pt x="999935" y="1760506"/>
                      <a:pt x="987266" y="1823656"/>
                      <a:pt x="962025" y="1883188"/>
                    </a:cubicBezTo>
                    <a:cubicBezTo>
                      <a:pt x="936784" y="1942814"/>
                      <a:pt x="901922" y="1995773"/>
                      <a:pt x="857536" y="2042255"/>
                    </a:cubicBezTo>
                    <a:cubicBezTo>
                      <a:pt x="813054" y="2088737"/>
                      <a:pt x="761047" y="2125599"/>
                      <a:pt x="701516" y="2152841"/>
                    </a:cubicBezTo>
                    <a:cubicBezTo>
                      <a:pt x="641890" y="2180082"/>
                      <a:pt x="577787" y="2193703"/>
                      <a:pt x="509111" y="2193703"/>
                    </a:cubicBezTo>
                    <a:cubicBezTo>
                      <a:pt x="450533" y="2193703"/>
                      <a:pt x="390906" y="2185607"/>
                      <a:pt x="330327" y="2169509"/>
                    </a:cubicBezTo>
                    <a:cubicBezTo>
                      <a:pt x="269748" y="2153317"/>
                      <a:pt x="215170" y="2125123"/>
                      <a:pt x="166688" y="2084641"/>
                    </a:cubicBezTo>
                    <a:cubicBezTo>
                      <a:pt x="118205" y="2044256"/>
                      <a:pt x="78296" y="1992249"/>
                      <a:pt x="46958" y="1928622"/>
                    </a:cubicBezTo>
                    <a:cubicBezTo>
                      <a:pt x="15621" y="1864995"/>
                      <a:pt x="0" y="1783747"/>
                      <a:pt x="0" y="1684687"/>
                    </a:cubicBezTo>
                    <a:lnTo>
                      <a:pt x="0" y="496919"/>
                    </a:lnTo>
                    <a:cubicBezTo>
                      <a:pt x="0" y="426244"/>
                      <a:pt x="12097" y="360616"/>
                      <a:pt x="36386" y="299942"/>
                    </a:cubicBezTo>
                    <a:cubicBezTo>
                      <a:pt x="60579" y="239363"/>
                      <a:pt x="94964" y="186880"/>
                      <a:pt x="139446" y="142399"/>
                    </a:cubicBezTo>
                    <a:cubicBezTo>
                      <a:pt x="183833" y="98012"/>
                      <a:pt x="236887" y="63151"/>
                      <a:pt x="298513" y="37909"/>
                    </a:cubicBezTo>
                    <a:cubicBezTo>
                      <a:pt x="360140" y="12668"/>
                      <a:pt x="428244" y="0"/>
                      <a:pt x="503015" y="0"/>
                    </a:cubicBezTo>
                    <a:cubicBezTo>
                      <a:pt x="648462" y="0"/>
                      <a:pt x="766667" y="47434"/>
                      <a:pt x="857536" y="142399"/>
                    </a:cubicBezTo>
                    <a:cubicBezTo>
                      <a:pt x="901922" y="188881"/>
                      <a:pt x="936784" y="243935"/>
                      <a:pt x="962025" y="307562"/>
                    </a:cubicBezTo>
                    <a:cubicBezTo>
                      <a:pt x="987266" y="371189"/>
                      <a:pt x="999935" y="440436"/>
                      <a:pt x="999935" y="515112"/>
                    </a:cubicBezTo>
                    <a:lnTo>
                      <a:pt x="999935" y="636365"/>
                    </a:lnTo>
                    <a:lnTo>
                      <a:pt x="690848" y="636365"/>
                    </a:lnTo>
                    <a:lnTo>
                      <a:pt x="690848" y="533305"/>
                    </a:lnTo>
                    <a:cubicBezTo>
                      <a:pt x="690848" y="472726"/>
                      <a:pt x="673703" y="420243"/>
                      <a:pt x="639318" y="375761"/>
                    </a:cubicBezTo>
                    <a:cubicBezTo>
                      <a:pt x="604933" y="331375"/>
                      <a:pt x="558546" y="309086"/>
                      <a:pt x="499967" y="309086"/>
                    </a:cubicBezTo>
                    <a:cubicBezTo>
                      <a:pt x="423196" y="309086"/>
                      <a:pt x="372142" y="332804"/>
                      <a:pt x="346996" y="380333"/>
                    </a:cubicBezTo>
                    <a:cubicBezTo>
                      <a:pt x="321755" y="427768"/>
                      <a:pt x="309086" y="487871"/>
                      <a:pt x="309086" y="560641"/>
                    </a:cubicBezTo>
                    <a:lnTo>
                      <a:pt x="309086" y="1663541"/>
                    </a:lnTo>
                    <a:cubicBezTo>
                      <a:pt x="309086" y="1726216"/>
                      <a:pt x="322707" y="1778698"/>
                      <a:pt x="349949" y="1821085"/>
                    </a:cubicBezTo>
                    <a:cubicBezTo>
                      <a:pt x="377190" y="1863471"/>
                      <a:pt x="426149" y="1884712"/>
                      <a:pt x="496919" y="1884712"/>
                    </a:cubicBezTo>
                    <a:cubicBezTo>
                      <a:pt x="517112" y="1884712"/>
                      <a:pt x="538829" y="1881188"/>
                      <a:pt x="562070" y="1874139"/>
                    </a:cubicBezTo>
                    <a:cubicBezTo>
                      <a:pt x="585311" y="1867090"/>
                      <a:pt x="607028" y="1855470"/>
                      <a:pt x="627221" y="1839278"/>
                    </a:cubicBezTo>
                    <a:cubicBezTo>
                      <a:pt x="645414" y="1823085"/>
                      <a:pt x="660559" y="1800892"/>
                      <a:pt x="672655" y="1772603"/>
                    </a:cubicBezTo>
                    <a:cubicBezTo>
                      <a:pt x="684752" y="1744313"/>
                      <a:pt x="690848" y="1708975"/>
                      <a:pt x="690848" y="1666589"/>
                    </a:cubicBezTo>
                    <a:lnTo>
                      <a:pt x="690848" y="1560576"/>
                    </a:lnTo>
                    <a:lnTo>
                      <a:pt x="999935" y="1560576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1" name="Forma libre: forma 30">
                <a:extLst>
                  <a:ext uri="{FF2B5EF4-FFF2-40B4-BE49-F238E27FC236}">
                    <a16:creationId xmlns:a16="http://schemas.microsoft.com/office/drawing/2014/main" id="{4E187180-9DDF-451F-B29C-31FA71527999}"/>
                  </a:ext>
                </a:extLst>
              </p:cNvPr>
              <p:cNvSpPr/>
              <p:nvPr/>
            </p:nvSpPr>
            <p:spPr>
              <a:xfrm>
                <a:off x="10565891" y="3506089"/>
                <a:ext cx="921162" cy="2157507"/>
              </a:xfrm>
              <a:custGeom>
                <a:avLst/>
                <a:gdLst>
                  <a:gd name="connsiteX0" fmla="*/ 0 w 921162"/>
                  <a:gd name="connsiteY0" fmla="*/ 2157317 h 2157507"/>
                  <a:gd name="connsiteX1" fmla="*/ 0 w 921162"/>
                  <a:gd name="connsiteY1" fmla="*/ 0 h 2157507"/>
                  <a:gd name="connsiteX2" fmla="*/ 921163 w 921162"/>
                  <a:gd name="connsiteY2" fmla="*/ 0 h 2157507"/>
                  <a:gd name="connsiteX3" fmla="*/ 921163 w 921162"/>
                  <a:gd name="connsiteY3" fmla="*/ 290893 h 2157507"/>
                  <a:gd name="connsiteX4" fmla="*/ 309086 w 921162"/>
                  <a:gd name="connsiteY4" fmla="*/ 290893 h 2157507"/>
                  <a:gd name="connsiteX5" fmla="*/ 309086 w 921162"/>
                  <a:gd name="connsiteY5" fmla="*/ 924211 h 2157507"/>
                  <a:gd name="connsiteX6" fmla="*/ 842391 w 921162"/>
                  <a:gd name="connsiteY6" fmla="*/ 924211 h 2157507"/>
                  <a:gd name="connsiteX7" fmla="*/ 842391 w 921162"/>
                  <a:gd name="connsiteY7" fmla="*/ 1215104 h 2157507"/>
                  <a:gd name="connsiteX8" fmla="*/ 309086 w 921162"/>
                  <a:gd name="connsiteY8" fmla="*/ 1215104 h 2157507"/>
                  <a:gd name="connsiteX9" fmla="*/ 309086 w 921162"/>
                  <a:gd name="connsiteY9" fmla="*/ 1848422 h 2157507"/>
                  <a:gd name="connsiteX10" fmla="*/ 921163 w 921162"/>
                  <a:gd name="connsiteY10" fmla="*/ 1848422 h 2157507"/>
                  <a:gd name="connsiteX11" fmla="*/ 921163 w 921162"/>
                  <a:gd name="connsiteY11" fmla="*/ 2157508 h 2157507"/>
                  <a:gd name="connsiteX12" fmla="*/ 0 w 921162"/>
                  <a:gd name="connsiteY12" fmla="*/ 2157508 h 215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21162" h="2157507">
                    <a:moveTo>
                      <a:pt x="0" y="2157317"/>
                    </a:moveTo>
                    <a:lnTo>
                      <a:pt x="0" y="0"/>
                    </a:lnTo>
                    <a:lnTo>
                      <a:pt x="921163" y="0"/>
                    </a:lnTo>
                    <a:lnTo>
                      <a:pt x="921163" y="290893"/>
                    </a:lnTo>
                    <a:lnTo>
                      <a:pt x="309086" y="290893"/>
                    </a:lnTo>
                    <a:lnTo>
                      <a:pt x="309086" y="924211"/>
                    </a:lnTo>
                    <a:lnTo>
                      <a:pt x="842391" y="924211"/>
                    </a:lnTo>
                    <a:lnTo>
                      <a:pt x="842391" y="1215104"/>
                    </a:lnTo>
                    <a:lnTo>
                      <a:pt x="309086" y="1215104"/>
                    </a:lnTo>
                    <a:lnTo>
                      <a:pt x="309086" y="1848422"/>
                    </a:lnTo>
                    <a:lnTo>
                      <a:pt x="921163" y="1848422"/>
                    </a:lnTo>
                    <a:lnTo>
                      <a:pt x="921163" y="2157508"/>
                    </a:lnTo>
                    <a:lnTo>
                      <a:pt x="0" y="2157508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2" name="Forma libre: forma 31">
                <a:extLst>
                  <a:ext uri="{FF2B5EF4-FFF2-40B4-BE49-F238E27FC236}">
                    <a16:creationId xmlns:a16="http://schemas.microsoft.com/office/drawing/2014/main" id="{8F9D1E32-8DDB-456A-AEDF-907B48625766}"/>
                  </a:ext>
                </a:extLst>
              </p:cNvPr>
              <p:cNvSpPr/>
              <p:nvPr/>
            </p:nvSpPr>
            <p:spPr>
              <a:xfrm>
                <a:off x="11674887" y="3506089"/>
                <a:ext cx="1078801" cy="2157412"/>
              </a:xfrm>
              <a:custGeom>
                <a:avLst/>
                <a:gdLst>
                  <a:gd name="connsiteX0" fmla="*/ 0 w 1078801"/>
                  <a:gd name="connsiteY0" fmla="*/ 2157317 h 2157412"/>
                  <a:gd name="connsiteX1" fmla="*/ 0 w 1078801"/>
                  <a:gd name="connsiteY1" fmla="*/ 0 h 2157412"/>
                  <a:gd name="connsiteX2" fmla="*/ 296989 w 1078801"/>
                  <a:gd name="connsiteY2" fmla="*/ 0 h 2157412"/>
                  <a:gd name="connsiteX3" fmla="*/ 763619 w 1078801"/>
                  <a:gd name="connsiteY3" fmla="*/ 1299877 h 2157412"/>
                  <a:gd name="connsiteX4" fmla="*/ 769715 w 1078801"/>
                  <a:gd name="connsiteY4" fmla="*/ 1299877 h 2157412"/>
                  <a:gd name="connsiteX5" fmla="*/ 769715 w 1078801"/>
                  <a:gd name="connsiteY5" fmla="*/ 0 h 2157412"/>
                  <a:gd name="connsiteX6" fmla="*/ 1078801 w 1078801"/>
                  <a:gd name="connsiteY6" fmla="*/ 0 h 2157412"/>
                  <a:gd name="connsiteX7" fmla="*/ 1078801 w 1078801"/>
                  <a:gd name="connsiteY7" fmla="*/ 2157413 h 2157412"/>
                  <a:gd name="connsiteX8" fmla="*/ 787908 w 1078801"/>
                  <a:gd name="connsiteY8" fmla="*/ 2157413 h 2157412"/>
                  <a:gd name="connsiteX9" fmla="*/ 315182 w 1078801"/>
                  <a:gd name="connsiteY9" fmla="*/ 860584 h 2157412"/>
                  <a:gd name="connsiteX10" fmla="*/ 309086 w 1078801"/>
                  <a:gd name="connsiteY10" fmla="*/ 860584 h 2157412"/>
                  <a:gd name="connsiteX11" fmla="*/ 309086 w 1078801"/>
                  <a:gd name="connsiteY11" fmla="*/ 2157413 h 2157412"/>
                  <a:gd name="connsiteX12" fmla="*/ 0 w 1078801"/>
                  <a:gd name="connsiteY12" fmla="*/ 2157413 h 2157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8801" h="2157412">
                    <a:moveTo>
                      <a:pt x="0" y="2157317"/>
                    </a:moveTo>
                    <a:lnTo>
                      <a:pt x="0" y="0"/>
                    </a:lnTo>
                    <a:lnTo>
                      <a:pt x="296989" y="0"/>
                    </a:lnTo>
                    <a:lnTo>
                      <a:pt x="763619" y="1299877"/>
                    </a:lnTo>
                    <a:lnTo>
                      <a:pt x="769715" y="1299877"/>
                    </a:lnTo>
                    <a:lnTo>
                      <a:pt x="769715" y="0"/>
                    </a:lnTo>
                    <a:lnTo>
                      <a:pt x="1078801" y="0"/>
                    </a:lnTo>
                    <a:lnTo>
                      <a:pt x="1078801" y="2157413"/>
                    </a:lnTo>
                    <a:lnTo>
                      <a:pt x="787908" y="2157413"/>
                    </a:lnTo>
                    <a:lnTo>
                      <a:pt x="315182" y="860584"/>
                    </a:lnTo>
                    <a:lnTo>
                      <a:pt x="309086" y="860584"/>
                    </a:lnTo>
                    <a:lnTo>
                      <a:pt x="309086" y="2157413"/>
                    </a:lnTo>
                    <a:lnTo>
                      <a:pt x="0" y="2157413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3" name="Forma libre: forma 32">
                <a:extLst>
                  <a:ext uri="{FF2B5EF4-FFF2-40B4-BE49-F238E27FC236}">
                    <a16:creationId xmlns:a16="http://schemas.microsoft.com/office/drawing/2014/main" id="{641A0160-D85D-4A6E-B057-669B15450496}"/>
                  </a:ext>
                </a:extLst>
              </p:cNvPr>
              <p:cNvSpPr/>
              <p:nvPr/>
            </p:nvSpPr>
            <p:spPr>
              <a:xfrm>
                <a:off x="13032295" y="3506089"/>
                <a:ext cx="921162" cy="2157412"/>
              </a:xfrm>
              <a:custGeom>
                <a:avLst/>
                <a:gdLst>
                  <a:gd name="connsiteX0" fmla="*/ 0 w 921162"/>
                  <a:gd name="connsiteY0" fmla="*/ 2157317 h 2157412"/>
                  <a:gd name="connsiteX1" fmla="*/ 0 w 921162"/>
                  <a:gd name="connsiteY1" fmla="*/ 0 h 2157412"/>
                  <a:gd name="connsiteX2" fmla="*/ 921163 w 921162"/>
                  <a:gd name="connsiteY2" fmla="*/ 0 h 2157412"/>
                  <a:gd name="connsiteX3" fmla="*/ 921163 w 921162"/>
                  <a:gd name="connsiteY3" fmla="*/ 290893 h 2157412"/>
                  <a:gd name="connsiteX4" fmla="*/ 309086 w 921162"/>
                  <a:gd name="connsiteY4" fmla="*/ 290893 h 2157412"/>
                  <a:gd name="connsiteX5" fmla="*/ 309086 w 921162"/>
                  <a:gd name="connsiteY5" fmla="*/ 945356 h 2157412"/>
                  <a:gd name="connsiteX6" fmla="*/ 842391 w 921162"/>
                  <a:gd name="connsiteY6" fmla="*/ 945356 h 2157412"/>
                  <a:gd name="connsiteX7" fmla="*/ 842391 w 921162"/>
                  <a:gd name="connsiteY7" fmla="*/ 1236250 h 2157412"/>
                  <a:gd name="connsiteX8" fmla="*/ 309086 w 921162"/>
                  <a:gd name="connsiteY8" fmla="*/ 1236250 h 2157412"/>
                  <a:gd name="connsiteX9" fmla="*/ 309086 w 921162"/>
                  <a:gd name="connsiteY9" fmla="*/ 2157413 h 2157412"/>
                  <a:gd name="connsiteX10" fmla="*/ 0 w 921162"/>
                  <a:gd name="connsiteY10" fmla="*/ 2157413 h 2157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21162" h="2157412">
                    <a:moveTo>
                      <a:pt x="0" y="2157317"/>
                    </a:moveTo>
                    <a:lnTo>
                      <a:pt x="0" y="0"/>
                    </a:lnTo>
                    <a:lnTo>
                      <a:pt x="921163" y="0"/>
                    </a:lnTo>
                    <a:lnTo>
                      <a:pt x="921163" y="290893"/>
                    </a:lnTo>
                    <a:lnTo>
                      <a:pt x="309086" y="290893"/>
                    </a:lnTo>
                    <a:lnTo>
                      <a:pt x="309086" y="945356"/>
                    </a:lnTo>
                    <a:lnTo>
                      <a:pt x="842391" y="945356"/>
                    </a:lnTo>
                    <a:lnTo>
                      <a:pt x="842391" y="1236250"/>
                    </a:lnTo>
                    <a:lnTo>
                      <a:pt x="309086" y="1236250"/>
                    </a:lnTo>
                    <a:lnTo>
                      <a:pt x="309086" y="2157413"/>
                    </a:lnTo>
                    <a:lnTo>
                      <a:pt x="0" y="2157413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4" name="Forma libre: forma 33">
                <a:extLst>
                  <a:ext uri="{FF2B5EF4-FFF2-40B4-BE49-F238E27FC236}">
                    <a16:creationId xmlns:a16="http://schemas.microsoft.com/office/drawing/2014/main" id="{E08724E2-DBC5-460F-A72A-5AF3E5B3C13F}"/>
                  </a:ext>
                </a:extLst>
              </p:cNvPr>
              <p:cNvSpPr/>
              <p:nvPr/>
            </p:nvSpPr>
            <p:spPr>
              <a:xfrm>
                <a:off x="14135195" y="3487801"/>
                <a:ext cx="1036224" cy="2193893"/>
              </a:xfrm>
              <a:custGeom>
                <a:avLst/>
                <a:gdLst>
                  <a:gd name="connsiteX0" fmla="*/ 0 w 1036224"/>
                  <a:gd name="connsiteY0" fmla="*/ 527304 h 2193893"/>
                  <a:gd name="connsiteX1" fmla="*/ 45434 w 1036224"/>
                  <a:gd name="connsiteY1" fmla="*/ 296989 h 2193893"/>
                  <a:gd name="connsiteX2" fmla="*/ 166592 w 1036224"/>
                  <a:gd name="connsiteY2" fmla="*/ 130302 h 2193893"/>
                  <a:gd name="connsiteX3" fmla="*/ 331756 w 1036224"/>
                  <a:gd name="connsiteY3" fmla="*/ 33338 h 2193893"/>
                  <a:gd name="connsiteX4" fmla="*/ 518065 w 1036224"/>
                  <a:gd name="connsiteY4" fmla="*/ 0 h 2193893"/>
                  <a:gd name="connsiteX5" fmla="*/ 704374 w 1036224"/>
                  <a:gd name="connsiteY5" fmla="*/ 33338 h 2193893"/>
                  <a:gd name="connsiteX6" fmla="*/ 872585 w 1036224"/>
                  <a:gd name="connsiteY6" fmla="*/ 130302 h 2193893"/>
                  <a:gd name="connsiteX7" fmla="*/ 990791 w 1036224"/>
                  <a:gd name="connsiteY7" fmla="*/ 296989 h 2193893"/>
                  <a:gd name="connsiteX8" fmla="*/ 1036225 w 1036224"/>
                  <a:gd name="connsiteY8" fmla="*/ 527304 h 2193893"/>
                  <a:gd name="connsiteX9" fmla="*/ 1036225 w 1036224"/>
                  <a:gd name="connsiteY9" fmla="*/ 1666589 h 2193893"/>
                  <a:gd name="connsiteX10" fmla="*/ 990791 w 1036224"/>
                  <a:gd name="connsiteY10" fmla="*/ 1899952 h 2193893"/>
                  <a:gd name="connsiteX11" fmla="*/ 872585 w 1036224"/>
                  <a:gd name="connsiteY11" fmla="*/ 2060543 h 2193893"/>
                  <a:gd name="connsiteX12" fmla="*/ 704374 w 1036224"/>
                  <a:gd name="connsiteY12" fmla="*/ 2160556 h 2193893"/>
                  <a:gd name="connsiteX13" fmla="*/ 518065 w 1036224"/>
                  <a:gd name="connsiteY13" fmla="*/ 2193894 h 2193893"/>
                  <a:gd name="connsiteX14" fmla="*/ 331756 w 1036224"/>
                  <a:gd name="connsiteY14" fmla="*/ 2160556 h 2193893"/>
                  <a:gd name="connsiteX15" fmla="*/ 166592 w 1036224"/>
                  <a:gd name="connsiteY15" fmla="*/ 2060543 h 2193893"/>
                  <a:gd name="connsiteX16" fmla="*/ 45434 w 1036224"/>
                  <a:gd name="connsiteY16" fmla="*/ 1899952 h 2193893"/>
                  <a:gd name="connsiteX17" fmla="*/ 0 w 1036224"/>
                  <a:gd name="connsiteY17" fmla="*/ 1666589 h 2193893"/>
                  <a:gd name="connsiteX18" fmla="*/ 0 w 1036224"/>
                  <a:gd name="connsiteY18" fmla="*/ 527304 h 2193893"/>
                  <a:gd name="connsiteX19" fmla="*/ 309086 w 1036224"/>
                  <a:gd name="connsiteY19" fmla="*/ 1666589 h 2193893"/>
                  <a:gd name="connsiteX20" fmla="*/ 371189 w 1036224"/>
                  <a:gd name="connsiteY20" fmla="*/ 1831753 h 2193893"/>
                  <a:gd name="connsiteX21" fmla="*/ 518160 w 1036224"/>
                  <a:gd name="connsiteY21" fmla="*/ 1884807 h 2193893"/>
                  <a:gd name="connsiteX22" fmla="*/ 665131 w 1036224"/>
                  <a:gd name="connsiteY22" fmla="*/ 1831753 h 2193893"/>
                  <a:gd name="connsiteX23" fmla="*/ 727234 w 1036224"/>
                  <a:gd name="connsiteY23" fmla="*/ 1666589 h 2193893"/>
                  <a:gd name="connsiteX24" fmla="*/ 727234 w 1036224"/>
                  <a:gd name="connsiteY24" fmla="*/ 527304 h 2193893"/>
                  <a:gd name="connsiteX25" fmla="*/ 665131 w 1036224"/>
                  <a:gd name="connsiteY25" fmla="*/ 362140 h 2193893"/>
                  <a:gd name="connsiteX26" fmla="*/ 518160 w 1036224"/>
                  <a:gd name="connsiteY26" fmla="*/ 309086 h 2193893"/>
                  <a:gd name="connsiteX27" fmla="*/ 371189 w 1036224"/>
                  <a:gd name="connsiteY27" fmla="*/ 362140 h 2193893"/>
                  <a:gd name="connsiteX28" fmla="*/ 309086 w 1036224"/>
                  <a:gd name="connsiteY28" fmla="*/ 527304 h 2193893"/>
                  <a:gd name="connsiteX29" fmla="*/ 309086 w 1036224"/>
                  <a:gd name="connsiteY29" fmla="*/ 1666589 h 2193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036224" h="2193893">
                    <a:moveTo>
                      <a:pt x="0" y="527304"/>
                    </a:moveTo>
                    <a:cubicBezTo>
                      <a:pt x="0" y="440436"/>
                      <a:pt x="15144" y="363664"/>
                      <a:pt x="45434" y="296989"/>
                    </a:cubicBezTo>
                    <a:cubicBezTo>
                      <a:pt x="75724" y="230315"/>
                      <a:pt x="116110" y="174784"/>
                      <a:pt x="166592" y="130302"/>
                    </a:cubicBezTo>
                    <a:cubicBezTo>
                      <a:pt x="215075" y="87916"/>
                      <a:pt x="270129" y="55626"/>
                      <a:pt x="331756" y="33338"/>
                    </a:cubicBezTo>
                    <a:cubicBezTo>
                      <a:pt x="393382" y="11144"/>
                      <a:pt x="455486" y="0"/>
                      <a:pt x="518065" y="0"/>
                    </a:cubicBezTo>
                    <a:cubicBezTo>
                      <a:pt x="580644" y="0"/>
                      <a:pt x="642747" y="11144"/>
                      <a:pt x="704374" y="33338"/>
                    </a:cubicBezTo>
                    <a:cubicBezTo>
                      <a:pt x="766000" y="55626"/>
                      <a:pt x="822007" y="87916"/>
                      <a:pt x="872585" y="130302"/>
                    </a:cubicBezTo>
                    <a:cubicBezTo>
                      <a:pt x="921068" y="174784"/>
                      <a:pt x="960501" y="230315"/>
                      <a:pt x="990791" y="296989"/>
                    </a:cubicBezTo>
                    <a:cubicBezTo>
                      <a:pt x="1021080" y="363664"/>
                      <a:pt x="1036225" y="440436"/>
                      <a:pt x="1036225" y="527304"/>
                    </a:cubicBezTo>
                    <a:lnTo>
                      <a:pt x="1036225" y="1666589"/>
                    </a:lnTo>
                    <a:cubicBezTo>
                      <a:pt x="1036225" y="1757458"/>
                      <a:pt x="1021080" y="1835277"/>
                      <a:pt x="990791" y="1899952"/>
                    </a:cubicBezTo>
                    <a:cubicBezTo>
                      <a:pt x="960501" y="1964627"/>
                      <a:pt x="921068" y="2018157"/>
                      <a:pt x="872585" y="2060543"/>
                    </a:cubicBezTo>
                    <a:cubicBezTo>
                      <a:pt x="822103" y="2105025"/>
                      <a:pt x="766000" y="2138363"/>
                      <a:pt x="704374" y="2160556"/>
                    </a:cubicBezTo>
                    <a:cubicBezTo>
                      <a:pt x="642747" y="2182749"/>
                      <a:pt x="580644" y="2193894"/>
                      <a:pt x="518065" y="2193894"/>
                    </a:cubicBezTo>
                    <a:cubicBezTo>
                      <a:pt x="455486" y="2193894"/>
                      <a:pt x="393287" y="2182749"/>
                      <a:pt x="331756" y="2160556"/>
                    </a:cubicBezTo>
                    <a:cubicBezTo>
                      <a:pt x="270129" y="2138363"/>
                      <a:pt x="215075" y="2105025"/>
                      <a:pt x="166592" y="2060543"/>
                    </a:cubicBezTo>
                    <a:cubicBezTo>
                      <a:pt x="116110" y="2018157"/>
                      <a:pt x="75724" y="1964627"/>
                      <a:pt x="45434" y="1899952"/>
                    </a:cubicBezTo>
                    <a:cubicBezTo>
                      <a:pt x="15144" y="1835277"/>
                      <a:pt x="0" y="1757553"/>
                      <a:pt x="0" y="1666589"/>
                    </a:cubicBezTo>
                    <a:lnTo>
                      <a:pt x="0" y="527304"/>
                    </a:lnTo>
                    <a:close/>
                    <a:moveTo>
                      <a:pt x="309086" y="1666589"/>
                    </a:moveTo>
                    <a:cubicBezTo>
                      <a:pt x="309086" y="1741361"/>
                      <a:pt x="329755" y="1796415"/>
                      <a:pt x="371189" y="1831753"/>
                    </a:cubicBezTo>
                    <a:cubicBezTo>
                      <a:pt x="412528" y="1867090"/>
                      <a:pt x="461581" y="1884807"/>
                      <a:pt x="518160" y="1884807"/>
                    </a:cubicBezTo>
                    <a:cubicBezTo>
                      <a:pt x="574738" y="1884807"/>
                      <a:pt x="623697" y="1867186"/>
                      <a:pt x="665131" y="1831753"/>
                    </a:cubicBezTo>
                    <a:cubicBezTo>
                      <a:pt x="706469" y="1796415"/>
                      <a:pt x="727234" y="1741361"/>
                      <a:pt x="727234" y="1666589"/>
                    </a:cubicBezTo>
                    <a:lnTo>
                      <a:pt x="727234" y="527304"/>
                    </a:lnTo>
                    <a:cubicBezTo>
                      <a:pt x="727234" y="452628"/>
                      <a:pt x="706469" y="397573"/>
                      <a:pt x="665131" y="362140"/>
                    </a:cubicBezTo>
                    <a:cubicBezTo>
                      <a:pt x="623697" y="326803"/>
                      <a:pt x="574738" y="309086"/>
                      <a:pt x="518160" y="309086"/>
                    </a:cubicBezTo>
                    <a:cubicBezTo>
                      <a:pt x="461581" y="309086"/>
                      <a:pt x="412623" y="326803"/>
                      <a:pt x="371189" y="362140"/>
                    </a:cubicBezTo>
                    <a:cubicBezTo>
                      <a:pt x="329755" y="397478"/>
                      <a:pt x="309086" y="452533"/>
                      <a:pt x="309086" y="527304"/>
                    </a:cubicBezTo>
                    <a:lnTo>
                      <a:pt x="309086" y="1666589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5" name="Forma libre: forma 34">
                <a:extLst>
                  <a:ext uri="{FF2B5EF4-FFF2-40B4-BE49-F238E27FC236}">
                    <a16:creationId xmlns:a16="http://schemas.microsoft.com/office/drawing/2014/main" id="{C1A94E75-C094-445D-A69B-342CDDA5DBD7}"/>
                  </a:ext>
                </a:extLst>
              </p:cNvPr>
              <p:cNvSpPr/>
              <p:nvPr/>
            </p:nvSpPr>
            <p:spPr>
              <a:xfrm>
                <a:off x="15253335" y="3505994"/>
                <a:ext cx="1024128" cy="2157412"/>
              </a:xfrm>
              <a:custGeom>
                <a:avLst/>
                <a:gdLst>
                  <a:gd name="connsiteX0" fmla="*/ 357568 w 1024128"/>
                  <a:gd name="connsiteY0" fmla="*/ 2157413 h 2157412"/>
                  <a:gd name="connsiteX1" fmla="*/ 357568 w 1024128"/>
                  <a:gd name="connsiteY1" fmla="*/ 290894 h 2157412"/>
                  <a:gd name="connsiteX2" fmla="*/ 0 w 1024128"/>
                  <a:gd name="connsiteY2" fmla="*/ 290894 h 2157412"/>
                  <a:gd name="connsiteX3" fmla="*/ 0 w 1024128"/>
                  <a:gd name="connsiteY3" fmla="*/ 0 h 2157412"/>
                  <a:gd name="connsiteX4" fmla="*/ 1024128 w 1024128"/>
                  <a:gd name="connsiteY4" fmla="*/ 0 h 2157412"/>
                  <a:gd name="connsiteX5" fmla="*/ 1024128 w 1024128"/>
                  <a:gd name="connsiteY5" fmla="*/ 290894 h 2157412"/>
                  <a:gd name="connsiteX6" fmla="*/ 666559 w 1024128"/>
                  <a:gd name="connsiteY6" fmla="*/ 290894 h 2157412"/>
                  <a:gd name="connsiteX7" fmla="*/ 666559 w 1024128"/>
                  <a:gd name="connsiteY7" fmla="*/ 2157413 h 2157412"/>
                  <a:gd name="connsiteX8" fmla="*/ 357473 w 1024128"/>
                  <a:gd name="connsiteY8" fmla="*/ 2157413 h 2157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4128" h="2157412">
                    <a:moveTo>
                      <a:pt x="357568" y="2157413"/>
                    </a:moveTo>
                    <a:lnTo>
                      <a:pt x="357568" y="290894"/>
                    </a:lnTo>
                    <a:lnTo>
                      <a:pt x="0" y="290894"/>
                    </a:lnTo>
                    <a:lnTo>
                      <a:pt x="0" y="0"/>
                    </a:lnTo>
                    <a:lnTo>
                      <a:pt x="1024128" y="0"/>
                    </a:lnTo>
                    <a:lnTo>
                      <a:pt x="1024128" y="290894"/>
                    </a:lnTo>
                    <a:lnTo>
                      <a:pt x="666559" y="290894"/>
                    </a:lnTo>
                    <a:lnTo>
                      <a:pt x="666559" y="2157413"/>
                    </a:lnTo>
                    <a:lnTo>
                      <a:pt x="357473" y="2157413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6" name="Forma libre: forma 35">
                <a:extLst>
                  <a:ext uri="{FF2B5EF4-FFF2-40B4-BE49-F238E27FC236}">
                    <a16:creationId xmlns:a16="http://schemas.microsoft.com/office/drawing/2014/main" id="{0070FADE-2CB3-45FC-B357-0DB8BA07CEBB}"/>
                  </a:ext>
                </a:extLst>
              </p:cNvPr>
              <p:cNvSpPr/>
              <p:nvPr/>
            </p:nvSpPr>
            <p:spPr>
              <a:xfrm>
                <a:off x="16413765" y="3506089"/>
                <a:ext cx="921162" cy="2157507"/>
              </a:xfrm>
              <a:custGeom>
                <a:avLst/>
                <a:gdLst>
                  <a:gd name="connsiteX0" fmla="*/ 0 w 921162"/>
                  <a:gd name="connsiteY0" fmla="*/ 2157317 h 2157507"/>
                  <a:gd name="connsiteX1" fmla="*/ 0 w 921162"/>
                  <a:gd name="connsiteY1" fmla="*/ 0 h 2157507"/>
                  <a:gd name="connsiteX2" fmla="*/ 921162 w 921162"/>
                  <a:gd name="connsiteY2" fmla="*/ 0 h 2157507"/>
                  <a:gd name="connsiteX3" fmla="*/ 921162 w 921162"/>
                  <a:gd name="connsiteY3" fmla="*/ 290893 h 2157507"/>
                  <a:gd name="connsiteX4" fmla="*/ 309087 w 921162"/>
                  <a:gd name="connsiteY4" fmla="*/ 290893 h 2157507"/>
                  <a:gd name="connsiteX5" fmla="*/ 309087 w 921162"/>
                  <a:gd name="connsiteY5" fmla="*/ 924211 h 2157507"/>
                  <a:gd name="connsiteX6" fmla="*/ 842392 w 921162"/>
                  <a:gd name="connsiteY6" fmla="*/ 924211 h 2157507"/>
                  <a:gd name="connsiteX7" fmla="*/ 842392 w 921162"/>
                  <a:gd name="connsiteY7" fmla="*/ 1215104 h 2157507"/>
                  <a:gd name="connsiteX8" fmla="*/ 309087 w 921162"/>
                  <a:gd name="connsiteY8" fmla="*/ 1215104 h 2157507"/>
                  <a:gd name="connsiteX9" fmla="*/ 309087 w 921162"/>
                  <a:gd name="connsiteY9" fmla="*/ 1848422 h 2157507"/>
                  <a:gd name="connsiteX10" fmla="*/ 921162 w 921162"/>
                  <a:gd name="connsiteY10" fmla="*/ 1848422 h 2157507"/>
                  <a:gd name="connsiteX11" fmla="*/ 921162 w 921162"/>
                  <a:gd name="connsiteY11" fmla="*/ 2157508 h 2157507"/>
                  <a:gd name="connsiteX12" fmla="*/ 0 w 921162"/>
                  <a:gd name="connsiteY12" fmla="*/ 2157508 h 215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21162" h="2157507">
                    <a:moveTo>
                      <a:pt x="0" y="2157317"/>
                    </a:moveTo>
                    <a:lnTo>
                      <a:pt x="0" y="0"/>
                    </a:lnTo>
                    <a:lnTo>
                      <a:pt x="921162" y="0"/>
                    </a:lnTo>
                    <a:lnTo>
                      <a:pt x="921162" y="290893"/>
                    </a:lnTo>
                    <a:lnTo>
                      <a:pt x="309087" y="290893"/>
                    </a:lnTo>
                    <a:lnTo>
                      <a:pt x="309087" y="924211"/>
                    </a:lnTo>
                    <a:lnTo>
                      <a:pt x="842392" y="924211"/>
                    </a:lnTo>
                    <a:lnTo>
                      <a:pt x="842392" y="1215104"/>
                    </a:lnTo>
                    <a:lnTo>
                      <a:pt x="309087" y="1215104"/>
                    </a:lnTo>
                    <a:lnTo>
                      <a:pt x="309087" y="1848422"/>
                    </a:lnTo>
                    <a:lnTo>
                      <a:pt x="921162" y="1848422"/>
                    </a:lnTo>
                    <a:lnTo>
                      <a:pt x="921162" y="2157508"/>
                    </a:lnTo>
                    <a:lnTo>
                      <a:pt x="0" y="2157508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37" name="Forma libre: forma 36">
                <a:extLst>
                  <a:ext uri="{FF2B5EF4-FFF2-40B4-BE49-F238E27FC236}">
                    <a16:creationId xmlns:a16="http://schemas.microsoft.com/office/drawing/2014/main" id="{AE6080A0-2EC7-4EEE-BBAB-B35FC8D1647B}"/>
                  </a:ext>
                </a:extLst>
              </p:cNvPr>
              <p:cNvSpPr/>
              <p:nvPr/>
            </p:nvSpPr>
            <p:spPr>
              <a:xfrm>
                <a:off x="17516665" y="3487897"/>
                <a:ext cx="999934" cy="2193702"/>
              </a:xfrm>
              <a:custGeom>
                <a:avLst/>
                <a:gdLst>
                  <a:gd name="connsiteX0" fmla="*/ 999934 w 999934"/>
                  <a:gd name="connsiteY0" fmla="*/ 1560481 h 2193702"/>
                  <a:gd name="connsiteX1" fmla="*/ 999934 w 999934"/>
                  <a:gd name="connsiteY1" fmla="*/ 1693831 h 2193702"/>
                  <a:gd name="connsiteX2" fmla="*/ 962025 w 999934"/>
                  <a:gd name="connsiteY2" fmla="*/ 1883188 h 2193702"/>
                  <a:gd name="connsiteX3" fmla="*/ 857536 w 999934"/>
                  <a:gd name="connsiteY3" fmla="*/ 2042255 h 2193702"/>
                  <a:gd name="connsiteX4" fmla="*/ 701517 w 999934"/>
                  <a:gd name="connsiteY4" fmla="*/ 2152841 h 2193702"/>
                  <a:gd name="connsiteX5" fmla="*/ 509111 w 999934"/>
                  <a:gd name="connsiteY5" fmla="*/ 2193703 h 2193702"/>
                  <a:gd name="connsiteX6" fmla="*/ 330326 w 999934"/>
                  <a:gd name="connsiteY6" fmla="*/ 2169509 h 2193702"/>
                  <a:gd name="connsiteX7" fmla="*/ 166688 w 999934"/>
                  <a:gd name="connsiteY7" fmla="*/ 2084641 h 2193702"/>
                  <a:gd name="connsiteX8" fmla="*/ 46958 w 999934"/>
                  <a:gd name="connsiteY8" fmla="*/ 1928622 h 2193702"/>
                  <a:gd name="connsiteX9" fmla="*/ 0 w 999934"/>
                  <a:gd name="connsiteY9" fmla="*/ 1684687 h 2193702"/>
                  <a:gd name="connsiteX10" fmla="*/ 0 w 999934"/>
                  <a:gd name="connsiteY10" fmla="*/ 496919 h 2193702"/>
                  <a:gd name="connsiteX11" fmla="*/ 36385 w 999934"/>
                  <a:gd name="connsiteY11" fmla="*/ 299942 h 2193702"/>
                  <a:gd name="connsiteX12" fmla="*/ 139446 w 999934"/>
                  <a:gd name="connsiteY12" fmla="*/ 142399 h 2193702"/>
                  <a:gd name="connsiteX13" fmla="*/ 298513 w 999934"/>
                  <a:gd name="connsiteY13" fmla="*/ 37909 h 2193702"/>
                  <a:gd name="connsiteX14" fmla="*/ 503015 w 999934"/>
                  <a:gd name="connsiteY14" fmla="*/ 0 h 2193702"/>
                  <a:gd name="connsiteX15" fmla="*/ 857536 w 999934"/>
                  <a:gd name="connsiteY15" fmla="*/ 142399 h 2193702"/>
                  <a:gd name="connsiteX16" fmla="*/ 962025 w 999934"/>
                  <a:gd name="connsiteY16" fmla="*/ 307562 h 2193702"/>
                  <a:gd name="connsiteX17" fmla="*/ 999934 w 999934"/>
                  <a:gd name="connsiteY17" fmla="*/ 515112 h 2193702"/>
                  <a:gd name="connsiteX18" fmla="*/ 999934 w 999934"/>
                  <a:gd name="connsiteY18" fmla="*/ 636365 h 2193702"/>
                  <a:gd name="connsiteX19" fmla="*/ 690849 w 999934"/>
                  <a:gd name="connsiteY19" fmla="*/ 636365 h 2193702"/>
                  <a:gd name="connsiteX20" fmla="*/ 690849 w 999934"/>
                  <a:gd name="connsiteY20" fmla="*/ 533305 h 2193702"/>
                  <a:gd name="connsiteX21" fmla="*/ 639318 w 999934"/>
                  <a:gd name="connsiteY21" fmla="*/ 375761 h 2193702"/>
                  <a:gd name="connsiteX22" fmla="*/ 499967 w 999934"/>
                  <a:gd name="connsiteY22" fmla="*/ 309086 h 2193702"/>
                  <a:gd name="connsiteX23" fmla="*/ 346995 w 999934"/>
                  <a:gd name="connsiteY23" fmla="*/ 380333 h 2193702"/>
                  <a:gd name="connsiteX24" fmla="*/ 309086 w 999934"/>
                  <a:gd name="connsiteY24" fmla="*/ 560641 h 2193702"/>
                  <a:gd name="connsiteX25" fmla="*/ 309086 w 999934"/>
                  <a:gd name="connsiteY25" fmla="*/ 1663541 h 2193702"/>
                  <a:gd name="connsiteX26" fmla="*/ 349948 w 999934"/>
                  <a:gd name="connsiteY26" fmla="*/ 1821085 h 2193702"/>
                  <a:gd name="connsiteX27" fmla="*/ 496919 w 999934"/>
                  <a:gd name="connsiteY27" fmla="*/ 1884712 h 2193702"/>
                  <a:gd name="connsiteX28" fmla="*/ 562070 w 999934"/>
                  <a:gd name="connsiteY28" fmla="*/ 1874139 h 2193702"/>
                  <a:gd name="connsiteX29" fmla="*/ 627221 w 999934"/>
                  <a:gd name="connsiteY29" fmla="*/ 1839278 h 2193702"/>
                  <a:gd name="connsiteX30" fmla="*/ 672655 w 999934"/>
                  <a:gd name="connsiteY30" fmla="*/ 1772603 h 2193702"/>
                  <a:gd name="connsiteX31" fmla="*/ 690849 w 999934"/>
                  <a:gd name="connsiteY31" fmla="*/ 1666589 h 2193702"/>
                  <a:gd name="connsiteX32" fmla="*/ 690849 w 999934"/>
                  <a:gd name="connsiteY32" fmla="*/ 1560576 h 2193702"/>
                  <a:gd name="connsiteX33" fmla="*/ 999934 w 999934"/>
                  <a:gd name="connsiteY33" fmla="*/ 1560576 h 2193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99934" h="2193702">
                    <a:moveTo>
                      <a:pt x="999934" y="1560481"/>
                    </a:moveTo>
                    <a:lnTo>
                      <a:pt x="999934" y="1693831"/>
                    </a:lnTo>
                    <a:cubicBezTo>
                      <a:pt x="999934" y="1760506"/>
                      <a:pt x="987267" y="1823656"/>
                      <a:pt x="962025" y="1883188"/>
                    </a:cubicBezTo>
                    <a:cubicBezTo>
                      <a:pt x="936784" y="1942814"/>
                      <a:pt x="901922" y="1995773"/>
                      <a:pt x="857536" y="2042255"/>
                    </a:cubicBezTo>
                    <a:cubicBezTo>
                      <a:pt x="813054" y="2088737"/>
                      <a:pt x="761048" y="2125599"/>
                      <a:pt x="701517" y="2152841"/>
                    </a:cubicBezTo>
                    <a:cubicBezTo>
                      <a:pt x="641890" y="2180082"/>
                      <a:pt x="577787" y="2193703"/>
                      <a:pt x="509111" y="2193703"/>
                    </a:cubicBezTo>
                    <a:cubicBezTo>
                      <a:pt x="450532" y="2193703"/>
                      <a:pt x="390906" y="2185607"/>
                      <a:pt x="330326" y="2169509"/>
                    </a:cubicBezTo>
                    <a:cubicBezTo>
                      <a:pt x="269748" y="2153317"/>
                      <a:pt x="215169" y="2125123"/>
                      <a:pt x="166688" y="2084641"/>
                    </a:cubicBezTo>
                    <a:cubicBezTo>
                      <a:pt x="118206" y="2044256"/>
                      <a:pt x="78295" y="1992249"/>
                      <a:pt x="46958" y="1928622"/>
                    </a:cubicBezTo>
                    <a:cubicBezTo>
                      <a:pt x="15621" y="1864995"/>
                      <a:pt x="0" y="1783747"/>
                      <a:pt x="0" y="1684687"/>
                    </a:cubicBezTo>
                    <a:lnTo>
                      <a:pt x="0" y="496919"/>
                    </a:lnTo>
                    <a:cubicBezTo>
                      <a:pt x="0" y="426244"/>
                      <a:pt x="12097" y="360616"/>
                      <a:pt x="36385" y="299942"/>
                    </a:cubicBezTo>
                    <a:cubicBezTo>
                      <a:pt x="60579" y="239363"/>
                      <a:pt x="94964" y="186880"/>
                      <a:pt x="139446" y="142399"/>
                    </a:cubicBezTo>
                    <a:cubicBezTo>
                      <a:pt x="183832" y="98012"/>
                      <a:pt x="236887" y="63151"/>
                      <a:pt x="298513" y="37909"/>
                    </a:cubicBezTo>
                    <a:cubicBezTo>
                      <a:pt x="360140" y="12668"/>
                      <a:pt x="428244" y="0"/>
                      <a:pt x="503015" y="0"/>
                    </a:cubicBezTo>
                    <a:cubicBezTo>
                      <a:pt x="648462" y="0"/>
                      <a:pt x="766667" y="47434"/>
                      <a:pt x="857536" y="142399"/>
                    </a:cubicBezTo>
                    <a:cubicBezTo>
                      <a:pt x="901922" y="188881"/>
                      <a:pt x="936784" y="243935"/>
                      <a:pt x="962025" y="307562"/>
                    </a:cubicBezTo>
                    <a:cubicBezTo>
                      <a:pt x="987267" y="371189"/>
                      <a:pt x="999934" y="440436"/>
                      <a:pt x="999934" y="515112"/>
                    </a:cubicBezTo>
                    <a:lnTo>
                      <a:pt x="999934" y="636365"/>
                    </a:lnTo>
                    <a:lnTo>
                      <a:pt x="690849" y="636365"/>
                    </a:lnTo>
                    <a:lnTo>
                      <a:pt x="690849" y="533305"/>
                    </a:lnTo>
                    <a:cubicBezTo>
                      <a:pt x="690849" y="472726"/>
                      <a:pt x="673703" y="420243"/>
                      <a:pt x="639318" y="375761"/>
                    </a:cubicBezTo>
                    <a:cubicBezTo>
                      <a:pt x="604933" y="331375"/>
                      <a:pt x="558546" y="309086"/>
                      <a:pt x="499967" y="309086"/>
                    </a:cubicBezTo>
                    <a:cubicBezTo>
                      <a:pt x="423195" y="309086"/>
                      <a:pt x="372141" y="332804"/>
                      <a:pt x="346995" y="380333"/>
                    </a:cubicBezTo>
                    <a:cubicBezTo>
                      <a:pt x="321755" y="427768"/>
                      <a:pt x="309086" y="487871"/>
                      <a:pt x="309086" y="560641"/>
                    </a:cubicBezTo>
                    <a:lnTo>
                      <a:pt x="309086" y="1663541"/>
                    </a:lnTo>
                    <a:cubicBezTo>
                      <a:pt x="309086" y="1726216"/>
                      <a:pt x="322707" y="1778698"/>
                      <a:pt x="349948" y="1821085"/>
                    </a:cubicBezTo>
                    <a:cubicBezTo>
                      <a:pt x="377190" y="1863471"/>
                      <a:pt x="426148" y="1884712"/>
                      <a:pt x="496919" y="1884712"/>
                    </a:cubicBezTo>
                    <a:cubicBezTo>
                      <a:pt x="517113" y="1884712"/>
                      <a:pt x="538829" y="1881188"/>
                      <a:pt x="562070" y="1874139"/>
                    </a:cubicBezTo>
                    <a:cubicBezTo>
                      <a:pt x="585311" y="1867090"/>
                      <a:pt x="607028" y="1855470"/>
                      <a:pt x="627221" y="1839278"/>
                    </a:cubicBezTo>
                    <a:cubicBezTo>
                      <a:pt x="645414" y="1823085"/>
                      <a:pt x="660559" y="1800892"/>
                      <a:pt x="672655" y="1772603"/>
                    </a:cubicBezTo>
                    <a:cubicBezTo>
                      <a:pt x="684752" y="1744313"/>
                      <a:pt x="690849" y="1708975"/>
                      <a:pt x="690849" y="1666589"/>
                    </a:cubicBezTo>
                    <a:lnTo>
                      <a:pt x="690849" y="1560576"/>
                    </a:lnTo>
                    <a:lnTo>
                      <a:pt x="999934" y="1560576"/>
                    </a:lnTo>
                    <a:close/>
                  </a:path>
                </a:pathLst>
              </a:custGeom>
              <a:solidFill>
                <a:srgbClr val="006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</p:grpSp>
        <p:grpSp>
          <p:nvGrpSpPr>
            <p:cNvPr id="11" name="Gráfico 14">
              <a:extLst>
                <a:ext uri="{FF2B5EF4-FFF2-40B4-BE49-F238E27FC236}">
                  <a16:creationId xmlns:a16="http://schemas.microsoft.com/office/drawing/2014/main" id="{2D5F8535-2E82-42BD-BCEE-75672D8A4915}"/>
                </a:ext>
              </a:extLst>
            </p:cNvPr>
            <p:cNvGrpSpPr/>
            <p:nvPr/>
          </p:nvGrpSpPr>
          <p:grpSpPr>
            <a:xfrm>
              <a:off x="9284398" y="6061742"/>
              <a:ext cx="9200007" cy="611695"/>
              <a:chOff x="9284398" y="6061742"/>
              <a:chExt cx="9200007" cy="611695"/>
            </a:xfrm>
            <a:solidFill>
              <a:srgbClr val="00479B"/>
            </a:solidFill>
          </p:grpSpPr>
          <p:sp>
            <p:nvSpPr>
              <p:cNvPr id="13" name="Forma libre: forma 12">
                <a:extLst>
                  <a:ext uri="{FF2B5EF4-FFF2-40B4-BE49-F238E27FC236}">
                    <a16:creationId xmlns:a16="http://schemas.microsoft.com/office/drawing/2014/main" id="{77C32465-75F9-428B-BAAF-814DCCBDE86C}"/>
                  </a:ext>
                </a:extLst>
              </p:cNvPr>
              <p:cNvSpPr/>
              <p:nvPr/>
            </p:nvSpPr>
            <p:spPr>
              <a:xfrm>
                <a:off x="9284398" y="6061837"/>
                <a:ext cx="435006" cy="603028"/>
              </a:xfrm>
              <a:custGeom>
                <a:avLst/>
                <a:gdLst>
                  <a:gd name="connsiteX0" fmla="*/ 227552 w 435006"/>
                  <a:gd name="connsiteY0" fmla="*/ 513017 h 603028"/>
                  <a:gd name="connsiteX1" fmla="*/ 344710 w 435006"/>
                  <a:gd name="connsiteY1" fmla="*/ 430435 h 603028"/>
                  <a:gd name="connsiteX2" fmla="*/ 267367 w 435006"/>
                  <a:gd name="connsiteY2" fmla="*/ 350711 h 603028"/>
                  <a:gd name="connsiteX3" fmla="*/ 188786 w 435006"/>
                  <a:gd name="connsiteY3" fmla="*/ 339757 h 603028"/>
                  <a:gd name="connsiteX4" fmla="*/ 72390 w 435006"/>
                  <a:gd name="connsiteY4" fmla="*/ 283178 h 603028"/>
                  <a:gd name="connsiteX5" fmla="*/ 31337 w 435006"/>
                  <a:gd name="connsiteY5" fmla="*/ 173355 h 603028"/>
                  <a:gd name="connsiteX6" fmla="*/ 83058 w 435006"/>
                  <a:gd name="connsiteY6" fmla="*/ 48006 h 603028"/>
                  <a:gd name="connsiteX7" fmla="*/ 225076 w 435006"/>
                  <a:gd name="connsiteY7" fmla="*/ 0 h 603028"/>
                  <a:gd name="connsiteX8" fmla="*/ 417576 w 435006"/>
                  <a:gd name="connsiteY8" fmla="*/ 61436 h 603028"/>
                  <a:gd name="connsiteX9" fmla="*/ 367475 w 435006"/>
                  <a:gd name="connsiteY9" fmla="*/ 135541 h 603028"/>
                  <a:gd name="connsiteX10" fmla="*/ 220599 w 435006"/>
                  <a:gd name="connsiteY10" fmla="*/ 90011 h 603028"/>
                  <a:gd name="connsiteX11" fmla="*/ 151448 w 435006"/>
                  <a:gd name="connsiteY11" fmla="*/ 110776 h 603028"/>
                  <a:gd name="connsiteX12" fmla="*/ 121729 w 435006"/>
                  <a:gd name="connsiteY12" fmla="*/ 175070 h 603028"/>
                  <a:gd name="connsiteX13" fmla="*/ 141637 w 435006"/>
                  <a:gd name="connsiteY13" fmla="*/ 221457 h 603028"/>
                  <a:gd name="connsiteX14" fmla="*/ 205550 w 435006"/>
                  <a:gd name="connsiteY14" fmla="*/ 250698 h 603028"/>
                  <a:gd name="connsiteX15" fmla="*/ 272320 w 435006"/>
                  <a:gd name="connsiteY15" fmla="*/ 260033 h 603028"/>
                  <a:gd name="connsiteX16" fmla="*/ 395573 w 435006"/>
                  <a:gd name="connsiteY16" fmla="*/ 319849 h 603028"/>
                  <a:gd name="connsiteX17" fmla="*/ 435007 w 435006"/>
                  <a:gd name="connsiteY17" fmla="*/ 430530 h 603028"/>
                  <a:gd name="connsiteX18" fmla="*/ 226695 w 435006"/>
                  <a:gd name="connsiteY18" fmla="*/ 603028 h 603028"/>
                  <a:gd name="connsiteX19" fmla="*/ 0 w 435006"/>
                  <a:gd name="connsiteY19" fmla="*/ 521684 h 603028"/>
                  <a:gd name="connsiteX20" fmla="*/ 58960 w 435006"/>
                  <a:gd name="connsiteY20" fmla="*/ 454152 h 603028"/>
                  <a:gd name="connsiteX21" fmla="*/ 227457 w 435006"/>
                  <a:gd name="connsiteY21" fmla="*/ 513112 h 603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5006" h="603028">
                    <a:moveTo>
                      <a:pt x="227552" y="513017"/>
                    </a:moveTo>
                    <a:cubicBezTo>
                      <a:pt x="304610" y="511969"/>
                      <a:pt x="343662" y="484442"/>
                      <a:pt x="344710" y="430435"/>
                    </a:cubicBezTo>
                    <a:cubicBezTo>
                      <a:pt x="345281" y="386239"/>
                      <a:pt x="319469" y="359664"/>
                      <a:pt x="267367" y="350711"/>
                    </a:cubicBezTo>
                    <a:cubicBezTo>
                      <a:pt x="243459" y="347472"/>
                      <a:pt x="217265" y="343757"/>
                      <a:pt x="188786" y="339757"/>
                    </a:cubicBezTo>
                    <a:cubicBezTo>
                      <a:pt x="137732" y="331375"/>
                      <a:pt x="98965" y="312516"/>
                      <a:pt x="72390" y="283178"/>
                    </a:cubicBezTo>
                    <a:cubicBezTo>
                      <a:pt x="44958" y="253080"/>
                      <a:pt x="31337" y="216408"/>
                      <a:pt x="31337" y="173355"/>
                    </a:cubicBezTo>
                    <a:cubicBezTo>
                      <a:pt x="31337" y="121539"/>
                      <a:pt x="48578" y="79724"/>
                      <a:pt x="83058" y="48006"/>
                    </a:cubicBezTo>
                    <a:cubicBezTo>
                      <a:pt x="116396" y="16574"/>
                      <a:pt x="163735" y="572"/>
                      <a:pt x="225076" y="0"/>
                    </a:cubicBezTo>
                    <a:cubicBezTo>
                      <a:pt x="298895" y="1619"/>
                      <a:pt x="362998" y="22098"/>
                      <a:pt x="417576" y="61436"/>
                    </a:cubicBezTo>
                    <a:lnTo>
                      <a:pt x="367475" y="135541"/>
                    </a:lnTo>
                    <a:cubicBezTo>
                      <a:pt x="322993" y="106204"/>
                      <a:pt x="274034" y="91059"/>
                      <a:pt x="220599" y="90011"/>
                    </a:cubicBezTo>
                    <a:cubicBezTo>
                      <a:pt x="192977" y="90011"/>
                      <a:pt x="169831" y="96965"/>
                      <a:pt x="151448" y="110776"/>
                    </a:cubicBezTo>
                    <a:cubicBezTo>
                      <a:pt x="132207" y="125158"/>
                      <a:pt x="122301" y="146590"/>
                      <a:pt x="121729" y="175070"/>
                    </a:cubicBezTo>
                    <a:cubicBezTo>
                      <a:pt x="121729" y="192215"/>
                      <a:pt x="128397" y="207645"/>
                      <a:pt x="141637" y="221457"/>
                    </a:cubicBezTo>
                    <a:cubicBezTo>
                      <a:pt x="154972" y="235553"/>
                      <a:pt x="176213" y="245364"/>
                      <a:pt x="205550" y="250698"/>
                    </a:cubicBezTo>
                    <a:cubicBezTo>
                      <a:pt x="221837" y="253460"/>
                      <a:pt x="244030" y="256508"/>
                      <a:pt x="272320" y="260033"/>
                    </a:cubicBezTo>
                    <a:cubicBezTo>
                      <a:pt x="327946" y="267653"/>
                      <a:pt x="368999" y="287560"/>
                      <a:pt x="395573" y="319849"/>
                    </a:cubicBezTo>
                    <a:cubicBezTo>
                      <a:pt x="421862" y="351568"/>
                      <a:pt x="435007" y="388525"/>
                      <a:pt x="435007" y="430530"/>
                    </a:cubicBezTo>
                    <a:cubicBezTo>
                      <a:pt x="432054" y="543878"/>
                      <a:pt x="362617" y="601408"/>
                      <a:pt x="226695" y="603028"/>
                    </a:cubicBezTo>
                    <a:cubicBezTo>
                      <a:pt x="138779" y="603028"/>
                      <a:pt x="63246" y="575881"/>
                      <a:pt x="0" y="521684"/>
                    </a:cubicBezTo>
                    <a:lnTo>
                      <a:pt x="58960" y="454152"/>
                    </a:lnTo>
                    <a:cubicBezTo>
                      <a:pt x="106204" y="492919"/>
                      <a:pt x="162306" y="512636"/>
                      <a:pt x="227457" y="513112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14" name="Forma libre: forma 13">
                <a:extLst>
                  <a:ext uri="{FF2B5EF4-FFF2-40B4-BE49-F238E27FC236}">
                    <a16:creationId xmlns:a16="http://schemas.microsoft.com/office/drawing/2014/main" id="{54E2D97B-1B2D-4707-92B8-85303E402E76}"/>
                  </a:ext>
                </a:extLst>
              </p:cNvPr>
              <p:cNvSpPr/>
              <p:nvPr/>
            </p:nvSpPr>
            <p:spPr>
              <a:xfrm>
                <a:off x="9793985" y="6061742"/>
                <a:ext cx="423576" cy="602932"/>
              </a:xfrm>
              <a:custGeom>
                <a:avLst/>
                <a:gdLst>
                  <a:gd name="connsiteX0" fmla="*/ 0 w 423576"/>
                  <a:gd name="connsiteY0" fmla="*/ 301466 h 602932"/>
                  <a:gd name="connsiteX1" fmla="*/ 6096 w 423576"/>
                  <a:gd name="connsiteY1" fmla="*/ 163163 h 602932"/>
                  <a:gd name="connsiteX2" fmla="*/ 26003 w 423576"/>
                  <a:gd name="connsiteY2" fmla="*/ 106585 h 602932"/>
                  <a:gd name="connsiteX3" fmla="*/ 95155 w 423576"/>
                  <a:gd name="connsiteY3" fmla="*/ 33338 h 602932"/>
                  <a:gd name="connsiteX4" fmla="*/ 211931 w 423576"/>
                  <a:gd name="connsiteY4" fmla="*/ 0 h 602932"/>
                  <a:gd name="connsiteX5" fmla="*/ 329946 w 423576"/>
                  <a:gd name="connsiteY5" fmla="*/ 33338 h 602932"/>
                  <a:gd name="connsiteX6" fmla="*/ 397478 w 423576"/>
                  <a:gd name="connsiteY6" fmla="*/ 106585 h 602932"/>
                  <a:gd name="connsiteX7" fmla="*/ 418243 w 423576"/>
                  <a:gd name="connsiteY7" fmla="*/ 163163 h 602932"/>
                  <a:gd name="connsiteX8" fmla="*/ 423577 w 423576"/>
                  <a:gd name="connsiteY8" fmla="*/ 301466 h 602932"/>
                  <a:gd name="connsiteX9" fmla="*/ 418243 w 423576"/>
                  <a:gd name="connsiteY9" fmla="*/ 439007 h 602932"/>
                  <a:gd name="connsiteX10" fmla="*/ 397478 w 423576"/>
                  <a:gd name="connsiteY10" fmla="*/ 496348 h 602932"/>
                  <a:gd name="connsiteX11" fmla="*/ 329946 w 423576"/>
                  <a:gd name="connsiteY11" fmla="*/ 568738 h 602932"/>
                  <a:gd name="connsiteX12" fmla="*/ 211931 w 423576"/>
                  <a:gd name="connsiteY12" fmla="*/ 602932 h 602932"/>
                  <a:gd name="connsiteX13" fmla="*/ 95155 w 423576"/>
                  <a:gd name="connsiteY13" fmla="*/ 568738 h 602932"/>
                  <a:gd name="connsiteX14" fmla="*/ 26003 w 423576"/>
                  <a:gd name="connsiteY14" fmla="*/ 496348 h 602932"/>
                  <a:gd name="connsiteX15" fmla="*/ 14192 w 423576"/>
                  <a:gd name="connsiteY15" fmla="*/ 470725 h 602932"/>
                  <a:gd name="connsiteX16" fmla="*/ 6096 w 423576"/>
                  <a:gd name="connsiteY16" fmla="*/ 439007 h 602932"/>
                  <a:gd name="connsiteX17" fmla="*/ 0 w 423576"/>
                  <a:gd name="connsiteY17" fmla="*/ 301466 h 602932"/>
                  <a:gd name="connsiteX18" fmla="*/ 90297 w 423576"/>
                  <a:gd name="connsiteY18" fmla="*/ 301466 h 602932"/>
                  <a:gd name="connsiteX19" fmla="*/ 96774 w 423576"/>
                  <a:gd name="connsiteY19" fmla="*/ 419862 h 602932"/>
                  <a:gd name="connsiteX20" fmla="*/ 120015 w 423576"/>
                  <a:gd name="connsiteY20" fmla="*/ 469963 h 602932"/>
                  <a:gd name="connsiteX21" fmla="*/ 157448 w 423576"/>
                  <a:gd name="connsiteY21" fmla="*/ 499682 h 602932"/>
                  <a:gd name="connsiteX22" fmla="*/ 211931 w 423576"/>
                  <a:gd name="connsiteY22" fmla="*/ 513112 h 602932"/>
                  <a:gd name="connsiteX23" fmla="*/ 267653 w 423576"/>
                  <a:gd name="connsiteY23" fmla="*/ 499682 h 602932"/>
                  <a:gd name="connsiteX24" fmla="*/ 303467 w 423576"/>
                  <a:gd name="connsiteY24" fmla="*/ 469963 h 602932"/>
                  <a:gd name="connsiteX25" fmla="*/ 327470 w 423576"/>
                  <a:gd name="connsiteY25" fmla="*/ 419862 h 602932"/>
                  <a:gd name="connsiteX26" fmla="*/ 333566 w 423576"/>
                  <a:gd name="connsiteY26" fmla="*/ 301466 h 602932"/>
                  <a:gd name="connsiteX27" fmla="*/ 327470 w 423576"/>
                  <a:gd name="connsiteY27" fmla="*/ 182213 h 602932"/>
                  <a:gd name="connsiteX28" fmla="*/ 303467 w 423576"/>
                  <a:gd name="connsiteY28" fmla="*/ 132969 h 602932"/>
                  <a:gd name="connsiteX29" fmla="*/ 267653 w 423576"/>
                  <a:gd name="connsiteY29" fmla="*/ 102489 h 602932"/>
                  <a:gd name="connsiteX30" fmla="*/ 211931 w 423576"/>
                  <a:gd name="connsiteY30" fmla="*/ 89916 h 602932"/>
                  <a:gd name="connsiteX31" fmla="*/ 157448 w 423576"/>
                  <a:gd name="connsiteY31" fmla="*/ 102489 h 602932"/>
                  <a:gd name="connsiteX32" fmla="*/ 120015 w 423576"/>
                  <a:gd name="connsiteY32" fmla="*/ 132969 h 602932"/>
                  <a:gd name="connsiteX33" fmla="*/ 96774 w 423576"/>
                  <a:gd name="connsiteY33" fmla="*/ 182213 h 602932"/>
                  <a:gd name="connsiteX34" fmla="*/ 90297 w 423576"/>
                  <a:gd name="connsiteY34" fmla="*/ 301466 h 602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23576" h="602932">
                    <a:moveTo>
                      <a:pt x="0" y="301466"/>
                    </a:moveTo>
                    <a:cubicBezTo>
                      <a:pt x="0" y="232600"/>
                      <a:pt x="2000" y="186404"/>
                      <a:pt x="6096" y="163163"/>
                    </a:cubicBezTo>
                    <a:cubicBezTo>
                      <a:pt x="10382" y="139827"/>
                      <a:pt x="17050" y="120967"/>
                      <a:pt x="26003" y="106585"/>
                    </a:cubicBezTo>
                    <a:cubicBezTo>
                      <a:pt x="40386" y="79153"/>
                      <a:pt x="63437" y="54769"/>
                      <a:pt x="95155" y="33338"/>
                    </a:cubicBezTo>
                    <a:cubicBezTo>
                      <a:pt x="126397" y="11621"/>
                      <a:pt x="165259" y="476"/>
                      <a:pt x="211931" y="0"/>
                    </a:cubicBezTo>
                    <a:cubicBezTo>
                      <a:pt x="259175" y="571"/>
                      <a:pt x="298513" y="11716"/>
                      <a:pt x="329946" y="33338"/>
                    </a:cubicBezTo>
                    <a:cubicBezTo>
                      <a:pt x="361093" y="54769"/>
                      <a:pt x="383667" y="79153"/>
                      <a:pt x="397478" y="106585"/>
                    </a:cubicBezTo>
                    <a:cubicBezTo>
                      <a:pt x="407480" y="120967"/>
                      <a:pt x="414433" y="139827"/>
                      <a:pt x="418243" y="163163"/>
                    </a:cubicBezTo>
                    <a:cubicBezTo>
                      <a:pt x="421767" y="186500"/>
                      <a:pt x="423577" y="232600"/>
                      <a:pt x="423577" y="301466"/>
                    </a:cubicBezTo>
                    <a:cubicBezTo>
                      <a:pt x="423577" y="370332"/>
                      <a:pt x="421767" y="415100"/>
                      <a:pt x="418243" y="439007"/>
                    </a:cubicBezTo>
                    <a:cubicBezTo>
                      <a:pt x="414433" y="462915"/>
                      <a:pt x="407480" y="481965"/>
                      <a:pt x="397478" y="496348"/>
                    </a:cubicBezTo>
                    <a:cubicBezTo>
                      <a:pt x="383667" y="523780"/>
                      <a:pt x="361093" y="547878"/>
                      <a:pt x="329946" y="568738"/>
                    </a:cubicBezTo>
                    <a:cubicBezTo>
                      <a:pt x="298513" y="590455"/>
                      <a:pt x="259175" y="601789"/>
                      <a:pt x="211931" y="602932"/>
                    </a:cubicBezTo>
                    <a:cubicBezTo>
                      <a:pt x="165259" y="601789"/>
                      <a:pt x="126302" y="590455"/>
                      <a:pt x="95155" y="568738"/>
                    </a:cubicBezTo>
                    <a:cubicBezTo>
                      <a:pt x="63437" y="547878"/>
                      <a:pt x="40386" y="523684"/>
                      <a:pt x="26003" y="496348"/>
                    </a:cubicBezTo>
                    <a:cubicBezTo>
                      <a:pt x="21622" y="487394"/>
                      <a:pt x="17717" y="478822"/>
                      <a:pt x="14192" y="470725"/>
                    </a:cubicBezTo>
                    <a:cubicBezTo>
                      <a:pt x="10954" y="462343"/>
                      <a:pt x="8192" y="451771"/>
                      <a:pt x="6096" y="439007"/>
                    </a:cubicBezTo>
                    <a:cubicBezTo>
                      <a:pt x="2000" y="415100"/>
                      <a:pt x="0" y="369284"/>
                      <a:pt x="0" y="301466"/>
                    </a:cubicBezTo>
                    <a:close/>
                    <a:moveTo>
                      <a:pt x="90297" y="301466"/>
                    </a:moveTo>
                    <a:cubicBezTo>
                      <a:pt x="90297" y="359759"/>
                      <a:pt x="92488" y="399288"/>
                      <a:pt x="96774" y="419862"/>
                    </a:cubicBezTo>
                    <a:cubicBezTo>
                      <a:pt x="100584" y="440436"/>
                      <a:pt x="108299" y="457200"/>
                      <a:pt x="120015" y="469963"/>
                    </a:cubicBezTo>
                    <a:cubicBezTo>
                      <a:pt x="129540" y="482155"/>
                      <a:pt x="142018" y="492061"/>
                      <a:pt x="157448" y="499682"/>
                    </a:cubicBezTo>
                    <a:cubicBezTo>
                      <a:pt x="172593" y="508635"/>
                      <a:pt x="190786" y="513112"/>
                      <a:pt x="211931" y="513112"/>
                    </a:cubicBezTo>
                    <a:cubicBezTo>
                      <a:pt x="233077" y="513112"/>
                      <a:pt x="251936" y="508635"/>
                      <a:pt x="267653" y="499682"/>
                    </a:cubicBezTo>
                    <a:cubicBezTo>
                      <a:pt x="282607" y="492061"/>
                      <a:pt x="294513" y="482155"/>
                      <a:pt x="303467" y="469963"/>
                    </a:cubicBezTo>
                    <a:cubicBezTo>
                      <a:pt x="315087" y="457200"/>
                      <a:pt x="323088" y="440531"/>
                      <a:pt x="327470" y="419862"/>
                    </a:cubicBezTo>
                    <a:cubicBezTo>
                      <a:pt x="331565" y="399288"/>
                      <a:pt x="333566" y="359759"/>
                      <a:pt x="333566" y="301466"/>
                    </a:cubicBezTo>
                    <a:cubicBezTo>
                      <a:pt x="333566" y="243173"/>
                      <a:pt x="331565" y="203359"/>
                      <a:pt x="327470" y="182213"/>
                    </a:cubicBezTo>
                    <a:cubicBezTo>
                      <a:pt x="323088" y="162116"/>
                      <a:pt x="315087" y="145732"/>
                      <a:pt x="303467" y="132969"/>
                    </a:cubicBezTo>
                    <a:cubicBezTo>
                      <a:pt x="294513" y="120777"/>
                      <a:pt x="282607" y="110585"/>
                      <a:pt x="267653" y="102489"/>
                    </a:cubicBezTo>
                    <a:cubicBezTo>
                      <a:pt x="251936" y="94583"/>
                      <a:pt x="233363" y="90392"/>
                      <a:pt x="211931" y="89916"/>
                    </a:cubicBezTo>
                    <a:cubicBezTo>
                      <a:pt x="190786" y="90488"/>
                      <a:pt x="172593" y="94679"/>
                      <a:pt x="157448" y="102489"/>
                    </a:cubicBezTo>
                    <a:cubicBezTo>
                      <a:pt x="142018" y="110585"/>
                      <a:pt x="129540" y="120777"/>
                      <a:pt x="120015" y="132969"/>
                    </a:cubicBezTo>
                    <a:cubicBezTo>
                      <a:pt x="108299" y="145732"/>
                      <a:pt x="100584" y="162116"/>
                      <a:pt x="96774" y="182213"/>
                    </a:cubicBezTo>
                    <a:cubicBezTo>
                      <a:pt x="92393" y="203359"/>
                      <a:pt x="90297" y="243078"/>
                      <a:pt x="90297" y="301466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15" name="Forma libre: forma 14">
                <a:extLst>
                  <a:ext uri="{FF2B5EF4-FFF2-40B4-BE49-F238E27FC236}">
                    <a16:creationId xmlns:a16="http://schemas.microsoft.com/office/drawing/2014/main" id="{3ECEDE1E-A20E-4029-9979-2F6B45109F8D}"/>
                  </a:ext>
                </a:extLst>
              </p:cNvPr>
              <p:cNvSpPr/>
              <p:nvPr/>
            </p:nvSpPr>
            <p:spPr>
              <a:xfrm>
                <a:off x="10322528" y="6066600"/>
                <a:ext cx="506729" cy="593312"/>
              </a:xfrm>
              <a:custGeom>
                <a:avLst/>
                <a:gdLst>
                  <a:gd name="connsiteX0" fmla="*/ 0 w 506729"/>
                  <a:gd name="connsiteY0" fmla="*/ 0 h 593312"/>
                  <a:gd name="connsiteX1" fmla="*/ 84677 w 506729"/>
                  <a:gd name="connsiteY1" fmla="*/ 0 h 593312"/>
                  <a:gd name="connsiteX2" fmla="*/ 254794 w 506729"/>
                  <a:gd name="connsiteY2" fmla="*/ 386524 h 593312"/>
                  <a:gd name="connsiteX3" fmla="*/ 421672 w 506729"/>
                  <a:gd name="connsiteY3" fmla="*/ 0 h 593312"/>
                  <a:gd name="connsiteX4" fmla="*/ 506730 w 506729"/>
                  <a:gd name="connsiteY4" fmla="*/ 0 h 593312"/>
                  <a:gd name="connsiteX5" fmla="*/ 506730 w 506729"/>
                  <a:gd name="connsiteY5" fmla="*/ 593312 h 593312"/>
                  <a:gd name="connsiteX6" fmla="*/ 416814 w 506729"/>
                  <a:gd name="connsiteY6" fmla="*/ 593312 h 593312"/>
                  <a:gd name="connsiteX7" fmla="*/ 416814 w 506729"/>
                  <a:gd name="connsiteY7" fmla="*/ 223456 h 593312"/>
                  <a:gd name="connsiteX8" fmla="*/ 414814 w 506729"/>
                  <a:gd name="connsiteY8" fmla="*/ 223456 h 593312"/>
                  <a:gd name="connsiteX9" fmla="*/ 290703 w 506729"/>
                  <a:gd name="connsiteY9" fmla="*/ 508350 h 593312"/>
                  <a:gd name="connsiteX10" fmla="*/ 215837 w 506729"/>
                  <a:gd name="connsiteY10" fmla="*/ 508350 h 593312"/>
                  <a:gd name="connsiteX11" fmla="*/ 91726 w 506729"/>
                  <a:gd name="connsiteY11" fmla="*/ 223456 h 593312"/>
                  <a:gd name="connsiteX12" fmla="*/ 90106 w 506729"/>
                  <a:gd name="connsiteY12" fmla="*/ 223456 h 593312"/>
                  <a:gd name="connsiteX13" fmla="*/ 90106 w 506729"/>
                  <a:gd name="connsiteY13" fmla="*/ 593312 h 593312"/>
                  <a:gd name="connsiteX14" fmla="*/ 190 w 506729"/>
                  <a:gd name="connsiteY14" fmla="*/ 593312 h 593312"/>
                  <a:gd name="connsiteX15" fmla="*/ 190 w 506729"/>
                  <a:gd name="connsiteY15" fmla="*/ 0 h 5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6729" h="593312">
                    <a:moveTo>
                      <a:pt x="0" y="0"/>
                    </a:moveTo>
                    <a:lnTo>
                      <a:pt x="84677" y="0"/>
                    </a:lnTo>
                    <a:lnTo>
                      <a:pt x="254794" y="386524"/>
                    </a:lnTo>
                    <a:lnTo>
                      <a:pt x="421672" y="0"/>
                    </a:lnTo>
                    <a:lnTo>
                      <a:pt x="506730" y="0"/>
                    </a:lnTo>
                    <a:lnTo>
                      <a:pt x="506730" y="593312"/>
                    </a:lnTo>
                    <a:lnTo>
                      <a:pt x="416814" y="593312"/>
                    </a:lnTo>
                    <a:lnTo>
                      <a:pt x="416814" y="223456"/>
                    </a:lnTo>
                    <a:lnTo>
                      <a:pt x="414814" y="223456"/>
                    </a:lnTo>
                    <a:lnTo>
                      <a:pt x="290703" y="508350"/>
                    </a:lnTo>
                    <a:lnTo>
                      <a:pt x="215837" y="508350"/>
                    </a:lnTo>
                    <a:lnTo>
                      <a:pt x="91726" y="223456"/>
                    </a:lnTo>
                    <a:lnTo>
                      <a:pt x="90106" y="223456"/>
                    </a:lnTo>
                    <a:lnTo>
                      <a:pt x="90106" y="593312"/>
                    </a:lnTo>
                    <a:lnTo>
                      <a:pt x="190" y="59331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16" name="Forma libre: forma 15">
                <a:extLst>
                  <a:ext uri="{FF2B5EF4-FFF2-40B4-BE49-F238E27FC236}">
                    <a16:creationId xmlns:a16="http://schemas.microsoft.com/office/drawing/2014/main" id="{1DB86294-8853-41D1-88D4-3893E9EA73B2}"/>
                  </a:ext>
                </a:extLst>
              </p:cNvPr>
              <p:cNvSpPr/>
              <p:nvPr/>
            </p:nvSpPr>
            <p:spPr>
              <a:xfrm>
                <a:off x="10933747" y="6061742"/>
                <a:ext cx="423576" cy="602932"/>
              </a:xfrm>
              <a:custGeom>
                <a:avLst/>
                <a:gdLst>
                  <a:gd name="connsiteX0" fmla="*/ 0 w 423576"/>
                  <a:gd name="connsiteY0" fmla="*/ 301466 h 602932"/>
                  <a:gd name="connsiteX1" fmla="*/ 6096 w 423576"/>
                  <a:gd name="connsiteY1" fmla="*/ 163163 h 602932"/>
                  <a:gd name="connsiteX2" fmla="*/ 26003 w 423576"/>
                  <a:gd name="connsiteY2" fmla="*/ 106585 h 602932"/>
                  <a:gd name="connsiteX3" fmla="*/ 95155 w 423576"/>
                  <a:gd name="connsiteY3" fmla="*/ 33338 h 602932"/>
                  <a:gd name="connsiteX4" fmla="*/ 211931 w 423576"/>
                  <a:gd name="connsiteY4" fmla="*/ 0 h 602932"/>
                  <a:gd name="connsiteX5" fmla="*/ 329946 w 423576"/>
                  <a:gd name="connsiteY5" fmla="*/ 33338 h 602932"/>
                  <a:gd name="connsiteX6" fmla="*/ 397478 w 423576"/>
                  <a:gd name="connsiteY6" fmla="*/ 106585 h 602932"/>
                  <a:gd name="connsiteX7" fmla="*/ 418243 w 423576"/>
                  <a:gd name="connsiteY7" fmla="*/ 163163 h 602932"/>
                  <a:gd name="connsiteX8" fmla="*/ 423577 w 423576"/>
                  <a:gd name="connsiteY8" fmla="*/ 301466 h 602932"/>
                  <a:gd name="connsiteX9" fmla="*/ 418243 w 423576"/>
                  <a:gd name="connsiteY9" fmla="*/ 439007 h 602932"/>
                  <a:gd name="connsiteX10" fmla="*/ 397478 w 423576"/>
                  <a:gd name="connsiteY10" fmla="*/ 496348 h 602932"/>
                  <a:gd name="connsiteX11" fmla="*/ 329946 w 423576"/>
                  <a:gd name="connsiteY11" fmla="*/ 568738 h 602932"/>
                  <a:gd name="connsiteX12" fmla="*/ 211931 w 423576"/>
                  <a:gd name="connsiteY12" fmla="*/ 602932 h 602932"/>
                  <a:gd name="connsiteX13" fmla="*/ 95155 w 423576"/>
                  <a:gd name="connsiteY13" fmla="*/ 568738 h 602932"/>
                  <a:gd name="connsiteX14" fmla="*/ 26003 w 423576"/>
                  <a:gd name="connsiteY14" fmla="*/ 496348 h 602932"/>
                  <a:gd name="connsiteX15" fmla="*/ 14192 w 423576"/>
                  <a:gd name="connsiteY15" fmla="*/ 470725 h 602932"/>
                  <a:gd name="connsiteX16" fmla="*/ 6096 w 423576"/>
                  <a:gd name="connsiteY16" fmla="*/ 439007 h 602932"/>
                  <a:gd name="connsiteX17" fmla="*/ 0 w 423576"/>
                  <a:gd name="connsiteY17" fmla="*/ 301466 h 602932"/>
                  <a:gd name="connsiteX18" fmla="*/ 90297 w 423576"/>
                  <a:gd name="connsiteY18" fmla="*/ 301466 h 602932"/>
                  <a:gd name="connsiteX19" fmla="*/ 96774 w 423576"/>
                  <a:gd name="connsiteY19" fmla="*/ 419862 h 602932"/>
                  <a:gd name="connsiteX20" fmla="*/ 120015 w 423576"/>
                  <a:gd name="connsiteY20" fmla="*/ 469963 h 602932"/>
                  <a:gd name="connsiteX21" fmla="*/ 157448 w 423576"/>
                  <a:gd name="connsiteY21" fmla="*/ 499682 h 602932"/>
                  <a:gd name="connsiteX22" fmla="*/ 211931 w 423576"/>
                  <a:gd name="connsiteY22" fmla="*/ 513112 h 602932"/>
                  <a:gd name="connsiteX23" fmla="*/ 267653 w 423576"/>
                  <a:gd name="connsiteY23" fmla="*/ 499682 h 602932"/>
                  <a:gd name="connsiteX24" fmla="*/ 303467 w 423576"/>
                  <a:gd name="connsiteY24" fmla="*/ 469963 h 602932"/>
                  <a:gd name="connsiteX25" fmla="*/ 327470 w 423576"/>
                  <a:gd name="connsiteY25" fmla="*/ 419862 h 602932"/>
                  <a:gd name="connsiteX26" fmla="*/ 333565 w 423576"/>
                  <a:gd name="connsiteY26" fmla="*/ 301466 h 602932"/>
                  <a:gd name="connsiteX27" fmla="*/ 327470 w 423576"/>
                  <a:gd name="connsiteY27" fmla="*/ 182213 h 602932"/>
                  <a:gd name="connsiteX28" fmla="*/ 303467 w 423576"/>
                  <a:gd name="connsiteY28" fmla="*/ 132969 h 602932"/>
                  <a:gd name="connsiteX29" fmla="*/ 267653 w 423576"/>
                  <a:gd name="connsiteY29" fmla="*/ 102489 h 602932"/>
                  <a:gd name="connsiteX30" fmla="*/ 211931 w 423576"/>
                  <a:gd name="connsiteY30" fmla="*/ 89916 h 602932"/>
                  <a:gd name="connsiteX31" fmla="*/ 157448 w 423576"/>
                  <a:gd name="connsiteY31" fmla="*/ 102489 h 602932"/>
                  <a:gd name="connsiteX32" fmla="*/ 120015 w 423576"/>
                  <a:gd name="connsiteY32" fmla="*/ 132969 h 602932"/>
                  <a:gd name="connsiteX33" fmla="*/ 96774 w 423576"/>
                  <a:gd name="connsiteY33" fmla="*/ 182213 h 602932"/>
                  <a:gd name="connsiteX34" fmla="*/ 90297 w 423576"/>
                  <a:gd name="connsiteY34" fmla="*/ 301466 h 602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23576" h="602932">
                    <a:moveTo>
                      <a:pt x="0" y="301466"/>
                    </a:moveTo>
                    <a:cubicBezTo>
                      <a:pt x="0" y="232600"/>
                      <a:pt x="2000" y="186404"/>
                      <a:pt x="6096" y="163163"/>
                    </a:cubicBezTo>
                    <a:cubicBezTo>
                      <a:pt x="10382" y="139827"/>
                      <a:pt x="17050" y="120967"/>
                      <a:pt x="26003" y="106585"/>
                    </a:cubicBezTo>
                    <a:cubicBezTo>
                      <a:pt x="40386" y="79153"/>
                      <a:pt x="63437" y="54769"/>
                      <a:pt x="95155" y="33338"/>
                    </a:cubicBezTo>
                    <a:cubicBezTo>
                      <a:pt x="126397" y="11621"/>
                      <a:pt x="165259" y="476"/>
                      <a:pt x="211931" y="0"/>
                    </a:cubicBezTo>
                    <a:cubicBezTo>
                      <a:pt x="259175" y="571"/>
                      <a:pt x="298513" y="11716"/>
                      <a:pt x="329946" y="33338"/>
                    </a:cubicBezTo>
                    <a:cubicBezTo>
                      <a:pt x="361093" y="54769"/>
                      <a:pt x="383667" y="79153"/>
                      <a:pt x="397478" y="106585"/>
                    </a:cubicBezTo>
                    <a:cubicBezTo>
                      <a:pt x="407480" y="120967"/>
                      <a:pt x="414433" y="139827"/>
                      <a:pt x="418243" y="163163"/>
                    </a:cubicBezTo>
                    <a:cubicBezTo>
                      <a:pt x="421767" y="186500"/>
                      <a:pt x="423577" y="232600"/>
                      <a:pt x="423577" y="301466"/>
                    </a:cubicBezTo>
                    <a:cubicBezTo>
                      <a:pt x="423577" y="370332"/>
                      <a:pt x="421767" y="415100"/>
                      <a:pt x="418243" y="439007"/>
                    </a:cubicBezTo>
                    <a:cubicBezTo>
                      <a:pt x="414433" y="462915"/>
                      <a:pt x="407480" y="481965"/>
                      <a:pt x="397478" y="496348"/>
                    </a:cubicBezTo>
                    <a:cubicBezTo>
                      <a:pt x="383667" y="523780"/>
                      <a:pt x="361093" y="547878"/>
                      <a:pt x="329946" y="568738"/>
                    </a:cubicBezTo>
                    <a:cubicBezTo>
                      <a:pt x="298513" y="590455"/>
                      <a:pt x="259175" y="601789"/>
                      <a:pt x="211931" y="602932"/>
                    </a:cubicBezTo>
                    <a:cubicBezTo>
                      <a:pt x="165259" y="601789"/>
                      <a:pt x="126302" y="590455"/>
                      <a:pt x="95155" y="568738"/>
                    </a:cubicBezTo>
                    <a:cubicBezTo>
                      <a:pt x="63437" y="547878"/>
                      <a:pt x="40386" y="523684"/>
                      <a:pt x="26003" y="496348"/>
                    </a:cubicBezTo>
                    <a:cubicBezTo>
                      <a:pt x="21622" y="487394"/>
                      <a:pt x="17717" y="478822"/>
                      <a:pt x="14192" y="470725"/>
                    </a:cubicBezTo>
                    <a:cubicBezTo>
                      <a:pt x="10954" y="462343"/>
                      <a:pt x="8192" y="451771"/>
                      <a:pt x="6096" y="439007"/>
                    </a:cubicBezTo>
                    <a:cubicBezTo>
                      <a:pt x="2000" y="415100"/>
                      <a:pt x="0" y="369284"/>
                      <a:pt x="0" y="301466"/>
                    </a:cubicBezTo>
                    <a:close/>
                    <a:moveTo>
                      <a:pt x="90297" y="301466"/>
                    </a:moveTo>
                    <a:cubicBezTo>
                      <a:pt x="90297" y="359759"/>
                      <a:pt x="92488" y="399288"/>
                      <a:pt x="96774" y="419862"/>
                    </a:cubicBezTo>
                    <a:cubicBezTo>
                      <a:pt x="100584" y="440436"/>
                      <a:pt x="108299" y="457200"/>
                      <a:pt x="120015" y="469963"/>
                    </a:cubicBezTo>
                    <a:cubicBezTo>
                      <a:pt x="129540" y="482155"/>
                      <a:pt x="142018" y="492061"/>
                      <a:pt x="157448" y="499682"/>
                    </a:cubicBezTo>
                    <a:cubicBezTo>
                      <a:pt x="172593" y="508635"/>
                      <a:pt x="190786" y="513112"/>
                      <a:pt x="211931" y="513112"/>
                    </a:cubicBezTo>
                    <a:cubicBezTo>
                      <a:pt x="233077" y="513112"/>
                      <a:pt x="251936" y="508635"/>
                      <a:pt x="267653" y="499682"/>
                    </a:cubicBezTo>
                    <a:cubicBezTo>
                      <a:pt x="282607" y="492061"/>
                      <a:pt x="294513" y="482155"/>
                      <a:pt x="303467" y="469963"/>
                    </a:cubicBezTo>
                    <a:cubicBezTo>
                      <a:pt x="315087" y="457200"/>
                      <a:pt x="323088" y="440531"/>
                      <a:pt x="327470" y="419862"/>
                    </a:cubicBezTo>
                    <a:cubicBezTo>
                      <a:pt x="331566" y="399288"/>
                      <a:pt x="333565" y="359759"/>
                      <a:pt x="333565" y="301466"/>
                    </a:cubicBezTo>
                    <a:cubicBezTo>
                      <a:pt x="333565" y="243173"/>
                      <a:pt x="331566" y="203359"/>
                      <a:pt x="327470" y="182213"/>
                    </a:cubicBezTo>
                    <a:cubicBezTo>
                      <a:pt x="323088" y="162116"/>
                      <a:pt x="315087" y="145732"/>
                      <a:pt x="303467" y="132969"/>
                    </a:cubicBezTo>
                    <a:cubicBezTo>
                      <a:pt x="294513" y="120777"/>
                      <a:pt x="282607" y="110585"/>
                      <a:pt x="267653" y="102489"/>
                    </a:cubicBezTo>
                    <a:cubicBezTo>
                      <a:pt x="251936" y="94583"/>
                      <a:pt x="233363" y="90392"/>
                      <a:pt x="211931" y="89916"/>
                    </a:cubicBezTo>
                    <a:cubicBezTo>
                      <a:pt x="190786" y="90488"/>
                      <a:pt x="172593" y="94679"/>
                      <a:pt x="157448" y="102489"/>
                    </a:cubicBezTo>
                    <a:cubicBezTo>
                      <a:pt x="142018" y="110585"/>
                      <a:pt x="129540" y="120777"/>
                      <a:pt x="120015" y="132969"/>
                    </a:cubicBezTo>
                    <a:cubicBezTo>
                      <a:pt x="108299" y="145732"/>
                      <a:pt x="100584" y="162116"/>
                      <a:pt x="96774" y="182213"/>
                    </a:cubicBezTo>
                    <a:cubicBezTo>
                      <a:pt x="92393" y="203359"/>
                      <a:pt x="90297" y="243078"/>
                      <a:pt x="90297" y="301466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17" name="Forma libre: forma 16">
                <a:extLst>
                  <a:ext uri="{FF2B5EF4-FFF2-40B4-BE49-F238E27FC236}">
                    <a16:creationId xmlns:a16="http://schemas.microsoft.com/office/drawing/2014/main" id="{0D7CD234-6B6E-4BF2-BE06-4D5814CEB50A}"/>
                  </a:ext>
                </a:extLst>
              </p:cNvPr>
              <p:cNvSpPr/>
              <p:nvPr/>
            </p:nvSpPr>
            <p:spPr>
              <a:xfrm>
                <a:off x="11410569" y="6061837"/>
                <a:ext cx="435006" cy="603028"/>
              </a:xfrm>
              <a:custGeom>
                <a:avLst/>
                <a:gdLst>
                  <a:gd name="connsiteX0" fmla="*/ 227552 w 435006"/>
                  <a:gd name="connsiteY0" fmla="*/ 513017 h 603028"/>
                  <a:gd name="connsiteX1" fmla="*/ 344710 w 435006"/>
                  <a:gd name="connsiteY1" fmla="*/ 430435 h 603028"/>
                  <a:gd name="connsiteX2" fmla="*/ 267367 w 435006"/>
                  <a:gd name="connsiteY2" fmla="*/ 350711 h 603028"/>
                  <a:gd name="connsiteX3" fmla="*/ 188786 w 435006"/>
                  <a:gd name="connsiteY3" fmla="*/ 339757 h 603028"/>
                  <a:gd name="connsiteX4" fmla="*/ 72390 w 435006"/>
                  <a:gd name="connsiteY4" fmla="*/ 283178 h 603028"/>
                  <a:gd name="connsiteX5" fmla="*/ 31337 w 435006"/>
                  <a:gd name="connsiteY5" fmla="*/ 173355 h 603028"/>
                  <a:gd name="connsiteX6" fmla="*/ 83058 w 435006"/>
                  <a:gd name="connsiteY6" fmla="*/ 48006 h 603028"/>
                  <a:gd name="connsiteX7" fmla="*/ 225076 w 435006"/>
                  <a:gd name="connsiteY7" fmla="*/ 0 h 603028"/>
                  <a:gd name="connsiteX8" fmla="*/ 417576 w 435006"/>
                  <a:gd name="connsiteY8" fmla="*/ 61436 h 603028"/>
                  <a:gd name="connsiteX9" fmla="*/ 367474 w 435006"/>
                  <a:gd name="connsiteY9" fmla="*/ 135541 h 603028"/>
                  <a:gd name="connsiteX10" fmla="*/ 220599 w 435006"/>
                  <a:gd name="connsiteY10" fmla="*/ 90011 h 603028"/>
                  <a:gd name="connsiteX11" fmla="*/ 151447 w 435006"/>
                  <a:gd name="connsiteY11" fmla="*/ 110776 h 603028"/>
                  <a:gd name="connsiteX12" fmla="*/ 121729 w 435006"/>
                  <a:gd name="connsiteY12" fmla="*/ 175070 h 603028"/>
                  <a:gd name="connsiteX13" fmla="*/ 141637 w 435006"/>
                  <a:gd name="connsiteY13" fmla="*/ 221457 h 603028"/>
                  <a:gd name="connsiteX14" fmla="*/ 205549 w 435006"/>
                  <a:gd name="connsiteY14" fmla="*/ 250698 h 603028"/>
                  <a:gd name="connsiteX15" fmla="*/ 272319 w 435006"/>
                  <a:gd name="connsiteY15" fmla="*/ 260033 h 603028"/>
                  <a:gd name="connsiteX16" fmla="*/ 395573 w 435006"/>
                  <a:gd name="connsiteY16" fmla="*/ 319849 h 603028"/>
                  <a:gd name="connsiteX17" fmla="*/ 435007 w 435006"/>
                  <a:gd name="connsiteY17" fmla="*/ 430530 h 603028"/>
                  <a:gd name="connsiteX18" fmla="*/ 226695 w 435006"/>
                  <a:gd name="connsiteY18" fmla="*/ 603028 h 603028"/>
                  <a:gd name="connsiteX19" fmla="*/ 0 w 435006"/>
                  <a:gd name="connsiteY19" fmla="*/ 521684 h 603028"/>
                  <a:gd name="connsiteX20" fmla="*/ 58960 w 435006"/>
                  <a:gd name="connsiteY20" fmla="*/ 454152 h 603028"/>
                  <a:gd name="connsiteX21" fmla="*/ 227457 w 435006"/>
                  <a:gd name="connsiteY21" fmla="*/ 513112 h 603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5006" h="603028">
                    <a:moveTo>
                      <a:pt x="227552" y="513017"/>
                    </a:moveTo>
                    <a:cubicBezTo>
                      <a:pt x="304609" y="511969"/>
                      <a:pt x="343662" y="484442"/>
                      <a:pt x="344710" y="430435"/>
                    </a:cubicBezTo>
                    <a:cubicBezTo>
                      <a:pt x="345281" y="386239"/>
                      <a:pt x="319468" y="359664"/>
                      <a:pt x="267367" y="350711"/>
                    </a:cubicBezTo>
                    <a:cubicBezTo>
                      <a:pt x="243459" y="347472"/>
                      <a:pt x="217265" y="343757"/>
                      <a:pt x="188786" y="339757"/>
                    </a:cubicBezTo>
                    <a:cubicBezTo>
                      <a:pt x="137731" y="331375"/>
                      <a:pt x="98964" y="312516"/>
                      <a:pt x="72390" y="283178"/>
                    </a:cubicBezTo>
                    <a:cubicBezTo>
                      <a:pt x="44958" y="253080"/>
                      <a:pt x="31337" y="216408"/>
                      <a:pt x="31337" y="173355"/>
                    </a:cubicBezTo>
                    <a:cubicBezTo>
                      <a:pt x="31337" y="121539"/>
                      <a:pt x="48577" y="79724"/>
                      <a:pt x="83058" y="48006"/>
                    </a:cubicBezTo>
                    <a:cubicBezTo>
                      <a:pt x="116395" y="16574"/>
                      <a:pt x="163735" y="572"/>
                      <a:pt x="225076" y="0"/>
                    </a:cubicBezTo>
                    <a:cubicBezTo>
                      <a:pt x="298895" y="1619"/>
                      <a:pt x="362998" y="22098"/>
                      <a:pt x="417576" y="61436"/>
                    </a:cubicBezTo>
                    <a:lnTo>
                      <a:pt x="367474" y="135541"/>
                    </a:lnTo>
                    <a:cubicBezTo>
                      <a:pt x="322993" y="106204"/>
                      <a:pt x="274034" y="91059"/>
                      <a:pt x="220599" y="90011"/>
                    </a:cubicBezTo>
                    <a:cubicBezTo>
                      <a:pt x="192976" y="90011"/>
                      <a:pt x="169830" y="96965"/>
                      <a:pt x="151447" y="110776"/>
                    </a:cubicBezTo>
                    <a:cubicBezTo>
                      <a:pt x="132207" y="125158"/>
                      <a:pt x="122301" y="146590"/>
                      <a:pt x="121729" y="175070"/>
                    </a:cubicBezTo>
                    <a:cubicBezTo>
                      <a:pt x="121729" y="192215"/>
                      <a:pt x="128397" y="207645"/>
                      <a:pt x="141637" y="221457"/>
                    </a:cubicBezTo>
                    <a:cubicBezTo>
                      <a:pt x="154971" y="235553"/>
                      <a:pt x="176213" y="245364"/>
                      <a:pt x="205549" y="250698"/>
                    </a:cubicBezTo>
                    <a:cubicBezTo>
                      <a:pt x="221837" y="253460"/>
                      <a:pt x="244030" y="256508"/>
                      <a:pt x="272319" y="260033"/>
                    </a:cubicBezTo>
                    <a:cubicBezTo>
                      <a:pt x="327946" y="267653"/>
                      <a:pt x="368998" y="287560"/>
                      <a:pt x="395573" y="319849"/>
                    </a:cubicBezTo>
                    <a:cubicBezTo>
                      <a:pt x="421862" y="351568"/>
                      <a:pt x="435007" y="388525"/>
                      <a:pt x="435007" y="430530"/>
                    </a:cubicBezTo>
                    <a:cubicBezTo>
                      <a:pt x="432054" y="543878"/>
                      <a:pt x="362617" y="601408"/>
                      <a:pt x="226695" y="603028"/>
                    </a:cubicBezTo>
                    <a:cubicBezTo>
                      <a:pt x="138779" y="603028"/>
                      <a:pt x="63246" y="575881"/>
                      <a:pt x="0" y="521684"/>
                    </a:cubicBezTo>
                    <a:lnTo>
                      <a:pt x="58960" y="454152"/>
                    </a:lnTo>
                    <a:cubicBezTo>
                      <a:pt x="106203" y="492919"/>
                      <a:pt x="162306" y="512636"/>
                      <a:pt x="227457" y="513112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18" name="Forma libre: forma 17">
                <a:extLst>
                  <a:ext uri="{FF2B5EF4-FFF2-40B4-BE49-F238E27FC236}">
                    <a16:creationId xmlns:a16="http://schemas.microsoft.com/office/drawing/2014/main" id="{A19F1E92-DB9F-4436-9311-324B8CCAD49D}"/>
                  </a:ext>
                </a:extLst>
              </p:cNvPr>
              <p:cNvSpPr/>
              <p:nvPr/>
            </p:nvSpPr>
            <p:spPr>
              <a:xfrm>
                <a:off x="12140279" y="6066600"/>
                <a:ext cx="378809" cy="593312"/>
              </a:xfrm>
              <a:custGeom>
                <a:avLst/>
                <a:gdLst>
                  <a:gd name="connsiteX0" fmla="*/ 0 w 378809"/>
                  <a:gd name="connsiteY0" fmla="*/ 0 h 593312"/>
                  <a:gd name="connsiteX1" fmla="*/ 89916 w 378809"/>
                  <a:gd name="connsiteY1" fmla="*/ 0 h 593312"/>
                  <a:gd name="connsiteX2" fmla="*/ 89916 w 378809"/>
                  <a:gd name="connsiteY2" fmla="*/ 508254 h 593312"/>
                  <a:gd name="connsiteX3" fmla="*/ 378809 w 378809"/>
                  <a:gd name="connsiteY3" fmla="*/ 508254 h 593312"/>
                  <a:gd name="connsiteX4" fmla="*/ 378809 w 378809"/>
                  <a:gd name="connsiteY4" fmla="*/ 593312 h 593312"/>
                  <a:gd name="connsiteX5" fmla="*/ 0 w 378809"/>
                  <a:gd name="connsiteY5" fmla="*/ 593312 h 593312"/>
                  <a:gd name="connsiteX6" fmla="*/ 0 w 378809"/>
                  <a:gd name="connsiteY6" fmla="*/ 0 h 5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8809" h="593312">
                    <a:moveTo>
                      <a:pt x="0" y="0"/>
                    </a:moveTo>
                    <a:lnTo>
                      <a:pt x="89916" y="0"/>
                    </a:lnTo>
                    <a:lnTo>
                      <a:pt x="89916" y="508254"/>
                    </a:lnTo>
                    <a:lnTo>
                      <a:pt x="378809" y="508254"/>
                    </a:lnTo>
                    <a:lnTo>
                      <a:pt x="378809" y="593312"/>
                    </a:lnTo>
                    <a:lnTo>
                      <a:pt x="0" y="593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19" name="Forma libre: forma 18">
                <a:extLst>
                  <a:ext uri="{FF2B5EF4-FFF2-40B4-BE49-F238E27FC236}">
                    <a16:creationId xmlns:a16="http://schemas.microsoft.com/office/drawing/2014/main" id="{789EF351-6DBF-4744-8B42-087F0F434736}"/>
                  </a:ext>
                </a:extLst>
              </p:cNvPr>
              <p:cNvSpPr/>
              <p:nvPr/>
            </p:nvSpPr>
            <p:spPr>
              <a:xfrm>
                <a:off x="12583382" y="6061742"/>
                <a:ext cx="423576" cy="602932"/>
              </a:xfrm>
              <a:custGeom>
                <a:avLst/>
                <a:gdLst>
                  <a:gd name="connsiteX0" fmla="*/ 0 w 423576"/>
                  <a:gd name="connsiteY0" fmla="*/ 301466 h 602932"/>
                  <a:gd name="connsiteX1" fmla="*/ 6096 w 423576"/>
                  <a:gd name="connsiteY1" fmla="*/ 163163 h 602932"/>
                  <a:gd name="connsiteX2" fmla="*/ 26003 w 423576"/>
                  <a:gd name="connsiteY2" fmla="*/ 106585 h 602932"/>
                  <a:gd name="connsiteX3" fmla="*/ 95155 w 423576"/>
                  <a:gd name="connsiteY3" fmla="*/ 33338 h 602932"/>
                  <a:gd name="connsiteX4" fmla="*/ 211931 w 423576"/>
                  <a:gd name="connsiteY4" fmla="*/ 0 h 602932"/>
                  <a:gd name="connsiteX5" fmla="*/ 329946 w 423576"/>
                  <a:gd name="connsiteY5" fmla="*/ 33338 h 602932"/>
                  <a:gd name="connsiteX6" fmla="*/ 397478 w 423576"/>
                  <a:gd name="connsiteY6" fmla="*/ 106585 h 602932"/>
                  <a:gd name="connsiteX7" fmla="*/ 418243 w 423576"/>
                  <a:gd name="connsiteY7" fmla="*/ 163163 h 602932"/>
                  <a:gd name="connsiteX8" fmla="*/ 423576 w 423576"/>
                  <a:gd name="connsiteY8" fmla="*/ 301466 h 602932"/>
                  <a:gd name="connsiteX9" fmla="*/ 418243 w 423576"/>
                  <a:gd name="connsiteY9" fmla="*/ 439007 h 602932"/>
                  <a:gd name="connsiteX10" fmla="*/ 397478 w 423576"/>
                  <a:gd name="connsiteY10" fmla="*/ 496348 h 602932"/>
                  <a:gd name="connsiteX11" fmla="*/ 329946 w 423576"/>
                  <a:gd name="connsiteY11" fmla="*/ 568738 h 602932"/>
                  <a:gd name="connsiteX12" fmla="*/ 211931 w 423576"/>
                  <a:gd name="connsiteY12" fmla="*/ 602932 h 602932"/>
                  <a:gd name="connsiteX13" fmla="*/ 95155 w 423576"/>
                  <a:gd name="connsiteY13" fmla="*/ 568738 h 602932"/>
                  <a:gd name="connsiteX14" fmla="*/ 26003 w 423576"/>
                  <a:gd name="connsiteY14" fmla="*/ 496348 h 602932"/>
                  <a:gd name="connsiteX15" fmla="*/ 14192 w 423576"/>
                  <a:gd name="connsiteY15" fmla="*/ 470725 h 602932"/>
                  <a:gd name="connsiteX16" fmla="*/ 6096 w 423576"/>
                  <a:gd name="connsiteY16" fmla="*/ 439007 h 602932"/>
                  <a:gd name="connsiteX17" fmla="*/ 0 w 423576"/>
                  <a:gd name="connsiteY17" fmla="*/ 301466 h 602932"/>
                  <a:gd name="connsiteX18" fmla="*/ 90297 w 423576"/>
                  <a:gd name="connsiteY18" fmla="*/ 301466 h 602932"/>
                  <a:gd name="connsiteX19" fmla="*/ 96774 w 423576"/>
                  <a:gd name="connsiteY19" fmla="*/ 419862 h 602932"/>
                  <a:gd name="connsiteX20" fmla="*/ 120015 w 423576"/>
                  <a:gd name="connsiteY20" fmla="*/ 469963 h 602932"/>
                  <a:gd name="connsiteX21" fmla="*/ 157448 w 423576"/>
                  <a:gd name="connsiteY21" fmla="*/ 499682 h 602932"/>
                  <a:gd name="connsiteX22" fmla="*/ 211931 w 423576"/>
                  <a:gd name="connsiteY22" fmla="*/ 513112 h 602932"/>
                  <a:gd name="connsiteX23" fmla="*/ 267652 w 423576"/>
                  <a:gd name="connsiteY23" fmla="*/ 499682 h 602932"/>
                  <a:gd name="connsiteX24" fmla="*/ 303466 w 423576"/>
                  <a:gd name="connsiteY24" fmla="*/ 469963 h 602932"/>
                  <a:gd name="connsiteX25" fmla="*/ 327469 w 423576"/>
                  <a:gd name="connsiteY25" fmla="*/ 419862 h 602932"/>
                  <a:gd name="connsiteX26" fmla="*/ 333565 w 423576"/>
                  <a:gd name="connsiteY26" fmla="*/ 301466 h 602932"/>
                  <a:gd name="connsiteX27" fmla="*/ 327469 w 423576"/>
                  <a:gd name="connsiteY27" fmla="*/ 182213 h 602932"/>
                  <a:gd name="connsiteX28" fmla="*/ 303466 w 423576"/>
                  <a:gd name="connsiteY28" fmla="*/ 132969 h 602932"/>
                  <a:gd name="connsiteX29" fmla="*/ 267652 w 423576"/>
                  <a:gd name="connsiteY29" fmla="*/ 102489 h 602932"/>
                  <a:gd name="connsiteX30" fmla="*/ 211931 w 423576"/>
                  <a:gd name="connsiteY30" fmla="*/ 89916 h 602932"/>
                  <a:gd name="connsiteX31" fmla="*/ 157448 w 423576"/>
                  <a:gd name="connsiteY31" fmla="*/ 102489 h 602932"/>
                  <a:gd name="connsiteX32" fmla="*/ 120015 w 423576"/>
                  <a:gd name="connsiteY32" fmla="*/ 132969 h 602932"/>
                  <a:gd name="connsiteX33" fmla="*/ 96774 w 423576"/>
                  <a:gd name="connsiteY33" fmla="*/ 182213 h 602932"/>
                  <a:gd name="connsiteX34" fmla="*/ 90297 w 423576"/>
                  <a:gd name="connsiteY34" fmla="*/ 301466 h 602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23576" h="602932">
                    <a:moveTo>
                      <a:pt x="0" y="301466"/>
                    </a:moveTo>
                    <a:cubicBezTo>
                      <a:pt x="0" y="232600"/>
                      <a:pt x="2000" y="186404"/>
                      <a:pt x="6096" y="163163"/>
                    </a:cubicBezTo>
                    <a:cubicBezTo>
                      <a:pt x="10382" y="139827"/>
                      <a:pt x="17050" y="120967"/>
                      <a:pt x="26003" y="106585"/>
                    </a:cubicBezTo>
                    <a:cubicBezTo>
                      <a:pt x="40386" y="79153"/>
                      <a:pt x="63436" y="54769"/>
                      <a:pt x="95155" y="33338"/>
                    </a:cubicBezTo>
                    <a:cubicBezTo>
                      <a:pt x="126396" y="11621"/>
                      <a:pt x="165259" y="476"/>
                      <a:pt x="211931" y="0"/>
                    </a:cubicBezTo>
                    <a:cubicBezTo>
                      <a:pt x="259175" y="571"/>
                      <a:pt x="298513" y="11716"/>
                      <a:pt x="329946" y="33338"/>
                    </a:cubicBezTo>
                    <a:cubicBezTo>
                      <a:pt x="361093" y="54769"/>
                      <a:pt x="383667" y="79153"/>
                      <a:pt x="397478" y="106585"/>
                    </a:cubicBezTo>
                    <a:cubicBezTo>
                      <a:pt x="407479" y="120967"/>
                      <a:pt x="414432" y="139827"/>
                      <a:pt x="418243" y="163163"/>
                    </a:cubicBezTo>
                    <a:cubicBezTo>
                      <a:pt x="421767" y="186500"/>
                      <a:pt x="423576" y="232600"/>
                      <a:pt x="423576" y="301466"/>
                    </a:cubicBezTo>
                    <a:cubicBezTo>
                      <a:pt x="423576" y="370332"/>
                      <a:pt x="421767" y="415100"/>
                      <a:pt x="418243" y="439007"/>
                    </a:cubicBezTo>
                    <a:cubicBezTo>
                      <a:pt x="414432" y="462915"/>
                      <a:pt x="407479" y="481965"/>
                      <a:pt x="397478" y="496348"/>
                    </a:cubicBezTo>
                    <a:cubicBezTo>
                      <a:pt x="383667" y="523780"/>
                      <a:pt x="361093" y="547878"/>
                      <a:pt x="329946" y="568738"/>
                    </a:cubicBezTo>
                    <a:cubicBezTo>
                      <a:pt x="298513" y="590455"/>
                      <a:pt x="259175" y="601789"/>
                      <a:pt x="211931" y="602932"/>
                    </a:cubicBezTo>
                    <a:cubicBezTo>
                      <a:pt x="165259" y="601789"/>
                      <a:pt x="126301" y="590455"/>
                      <a:pt x="95155" y="568738"/>
                    </a:cubicBezTo>
                    <a:cubicBezTo>
                      <a:pt x="63436" y="547878"/>
                      <a:pt x="40386" y="523684"/>
                      <a:pt x="26003" y="496348"/>
                    </a:cubicBezTo>
                    <a:cubicBezTo>
                      <a:pt x="21621" y="487394"/>
                      <a:pt x="17716" y="478822"/>
                      <a:pt x="14192" y="470725"/>
                    </a:cubicBezTo>
                    <a:cubicBezTo>
                      <a:pt x="10953" y="462343"/>
                      <a:pt x="8191" y="451771"/>
                      <a:pt x="6096" y="439007"/>
                    </a:cubicBezTo>
                    <a:cubicBezTo>
                      <a:pt x="2000" y="415100"/>
                      <a:pt x="0" y="369284"/>
                      <a:pt x="0" y="301466"/>
                    </a:cubicBezTo>
                    <a:close/>
                    <a:moveTo>
                      <a:pt x="90297" y="301466"/>
                    </a:moveTo>
                    <a:cubicBezTo>
                      <a:pt x="90297" y="359759"/>
                      <a:pt x="92487" y="399288"/>
                      <a:pt x="96774" y="419862"/>
                    </a:cubicBezTo>
                    <a:cubicBezTo>
                      <a:pt x="100584" y="440436"/>
                      <a:pt x="108299" y="457200"/>
                      <a:pt x="120015" y="469963"/>
                    </a:cubicBezTo>
                    <a:cubicBezTo>
                      <a:pt x="129540" y="482155"/>
                      <a:pt x="142018" y="492061"/>
                      <a:pt x="157448" y="499682"/>
                    </a:cubicBezTo>
                    <a:cubicBezTo>
                      <a:pt x="172593" y="508635"/>
                      <a:pt x="190785" y="513112"/>
                      <a:pt x="211931" y="513112"/>
                    </a:cubicBezTo>
                    <a:cubicBezTo>
                      <a:pt x="233076" y="513112"/>
                      <a:pt x="251936" y="508635"/>
                      <a:pt x="267652" y="499682"/>
                    </a:cubicBezTo>
                    <a:cubicBezTo>
                      <a:pt x="282607" y="492061"/>
                      <a:pt x="294513" y="482155"/>
                      <a:pt x="303466" y="469963"/>
                    </a:cubicBezTo>
                    <a:cubicBezTo>
                      <a:pt x="315087" y="457200"/>
                      <a:pt x="323088" y="440531"/>
                      <a:pt x="327469" y="419862"/>
                    </a:cubicBezTo>
                    <a:cubicBezTo>
                      <a:pt x="331565" y="399288"/>
                      <a:pt x="333565" y="359759"/>
                      <a:pt x="333565" y="301466"/>
                    </a:cubicBezTo>
                    <a:cubicBezTo>
                      <a:pt x="333565" y="243173"/>
                      <a:pt x="331565" y="203359"/>
                      <a:pt x="327469" y="182213"/>
                    </a:cubicBezTo>
                    <a:cubicBezTo>
                      <a:pt x="323088" y="162116"/>
                      <a:pt x="315087" y="145732"/>
                      <a:pt x="303466" y="132969"/>
                    </a:cubicBezTo>
                    <a:cubicBezTo>
                      <a:pt x="294513" y="120777"/>
                      <a:pt x="282607" y="110585"/>
                      <a:pt x="267652" y="102489"/>
                    </a:cubicBezTo>
                    <a:cubicBezTo>
                      <a:pt x="251936" y="94583"/>
                      <a:pt x="233363" y="90392"/>
                      <a:pt x="211931" y="89916"/>
                    </a:cubicBezTo>
                    <a:cubicBezTo>
                      <a:pt x="190785" y="90488"/>
                      <a:pt x="172593" y="94679"/>
                      <a:pt x="157448" y="102489"/>
                    </a:cubicBezTo>
                    <a:cubicBezTo>
                      <a:pt x="142018" y="110585"/>
                      <a:pt x="129540" y="120777"/>
                      <a:pt x="120015" y="132969"/>
                    </a:cubicBezTo>
                    <a:cubicBezTo>
                      <a:pt x="108299" y="145732"/>
                      <a:pt x="100584" y="162116"/>
                      <a:pt x="96774" y="182213"/>
                    </a:cubicBezTo>
                    <a:cubicBezTo>
                      <a:pt x="92392" y="203359"/>
                      <a:pt x="90297" y="243078"/>
                      <a:pt x="90297" y="301466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0" name="Forma libre: forma 19">
                <a:extLst>
                  <a:ext uri="{FF2B5EF4-FFF2-40B4-BE49-F238E27FC236}">
                    <a16:creationId xmlns:a16="http://schemas.microsoft.com/office/drawing/2014/main" id="{218DFBB9-6830-47CC-B00B-8C1D4C2CC696}"/>
                  </a:ext>
                </a:extLst>
              </p:cNvPr>
              <p:cNvSpPr/>
              <p:nvPr/>
            </p:nvSpPr>
            <p:spPr>
              <a:xfrm>
                <a:off x="13291470" y="6061933"/>
                <a:ext cx="480060" cy="611504"/>
              </a:xfrm>
              <a:custGeom>
                <a:avLst/>
                <a:gdLst>
                  <a:gd name="connsiteX0" fmla="*/ 351949 w 480060"/>
                  <a:gd name="connsiteY0" fmla="*/ 551212 h 611504"/>
                  <a:gd name="connsiteX1" fmla="*/ 211931 w 480060"/>
                  <a:gd name="connsiteY1" fmla="*/ 602933 h 611504"/>
                  <a:gd name="connsiteX2" fmla="*/ 95155 w 480060"/>
                  <a:gd name="connsiteY2" fmla="*/ 568738 h 611504"/>
                  <a:gd name="connsiteX3" fmla="*/ 26003 w 480060"/>
                  <a:gd name="connsiteY3" fmla="*/ 496348 h 611504"/>
                  <a:gd name="connsiteX4" fmla="*/ 14192 w 480060"/>
                  <a:gd name="connsiteY4" fmla="*/ 470726 h 611504"/>
                  <a:gd name="connsiteX5" fmla="*/ 6096 w 480060"/>
                  <a:gd name="connsiteY5" fmla="*/ 439007 h 611504"/>
                  <a:gd name="connsiteX6" fmla="*/ 0 w 480060"/>
                  <a:gd name="connsiteY6" fmla="*/ 301466 h 611504"/>
                  <a:gd name="connsiteX7" fmla="*/ 6096 w 480060"/>
                  <a:gd name="connsiteY7" fmla="*/ 163163 h 611504"/>
                  <a:gd name="connsiteX8" fmla="*/ 26003 w 480060"/>
                  <a:gd name="connsiteY8" fmla="*/ 106585 h 611504"/>
                  <a:gd name="connsiteX9" fmla="*/ 95155 w 480060"/>
                  <a:gd name="connsiteY9" fmla="*/ 33338 h 611504"/>
                  <a:gd name="connsiteX10" fmla="*/ 211931 w 480060"/>
                  <a:gd name="connsiteY10" fmla="*/ 0 h 611504"/>
                  <a:gd name="connsiteX11" fmla="*/ 329946 w 480060"/>
                  <a:gd name="connsiteY11" fmla="*/ 33338 h 611504"/>
                  <a:gd name="connsiteX12" fmla="*/ 397478 w 480060"/>
                  <a:gd name="connsiteY12" fmla="*/ 106585 h 611504"/>
                  <a:gd name="connsiteX13" fmla="*/ 418243 w 480060"/>
                  <a:gd name="connsiteY13" fmla="*/ 163163 h 611504"/>
                  <a:gd name="connsiteX14" fmla="*/ 423577 w 480060"/>
                  <a:gd name="connsiteY14" fmla="*/ 301466 h 611504"/>
                  <a:gd name="connsiteX15" fmla="*/ 419481 w 480060"/>
                  <a:gd name="connsiteY15" fmla="*/ 430435 h 611504"/>
                  <a:gd name="connsiteX16" fmla="*/ 401955 w 480060"/>
                  <a:gd name="connsiteY16" fmla="*/ 487394 h 611504"/>
                  <a:gd name="connsiteX17" fmla="*/ 480060 w 480060"/>
                  <a:gd name="connsiteY17" fmla="*/ 549688 h 611504"/>
                  <a:gd name="connsiteX18" fmla="*/ 426720 w 480060"/>
                  <a:gd name="connsiteY18" fmla="*/ 611505 h 611504"/>
                  <a:gd name="connsiteX19" fmla="*/ 351854 w 480060"/>
                  <a:gd name="connsiteY19" fmla="*/ 551307 h 611504"/>
                  <a:gd name="connsiteX20" fmla="*/ 202597 w 480060"/>
                  <a:gd name="connsiteY20" fmla="*/ 431959 h 611504"/>
                  <a:gd name="connsiteX21" fmla="*/ 255937 w 480060"/>
                  <a:gd name="connsiteY21" fmla="*/ 370522 h 611504"/>
                  <a:gd name="connsiteX22" fmla="*/ 325088 w 480060"/>
                  <a:gd name="connsiteY22" fmla="*/ 425482 h 611504"/>
                  <a:gd name="connsiteX23" fmla="*/ 333661 w 480060"/>
                  <a:gd name="connsiteY23" fmla="*/ 301371 h 611504"/>
                  <a:gd name="connsiteX24" fmla="*/ 327565 w 480060"/>
                  <a:gd name="connsiteY24" fmla="*/ 182118 h 611504"/>
                  <a:gd name="connsiteX25" fmla="*/ 303562 w 480060"/>
                  <a:gd name="connsiteY25" fmla="*/ 132874 h 611504"/>
                  <a:gd name="connsiteX26" fmla="*/ 267748 w 480060"/>
                  <a:gd name="connsiteY26" fmla="*/ 102394 h 611504"/>
                  <a:gd name="connsiteX27" fmla="*/ 212027 w 480060"/>
                  <a:gd name="connsiteY27" fmla="*/ 89821 h 611504"/>
                  <a:gd name="connsiteX28" fmla="*/ 157543 w 480060"/>
                  <a:gd name="connsiteY28" fmla="*/ 102394 h 611504"/>
                  <a:gd name="connsiteX29" fmla="*/ 120110 w 480060"/>
                  <a:gd name="connsiteY29" fmla="*/ 132874 h 611504"/>
                  <a:gd name="connsiteX30" fmla="*/ 96869 w 480060"/>
                  <a:gd name="connsiteY30" fmla="*/ 182118 h 611504"/>
                  <a:gd name="connsiteX31" fmla="*/ 90392 w 480060"/>
                  <a:gd name="connsiteY31" fmla="*/ 301371 h 611504"/>
                  <a:gd name="connsiteX32" fmla="*/ 96869 w 480060"/>
                  <a:gd name="connsiteY32" fmla="*/ 419767 h 611504"/>
                  <a:gd name="connsiteX33" fmla="*/ 120110 w 480060"/>
                  <a:gd name="connsiteY33" fmla="*/ 469868 h 611504"/>
                  <a:gd name="connsiteX34" fmla="*/ 157543 w 480060"/>
                  <a:gd name="connsiteY34" fmla="*/ 499586 h 611504"/>
                  <a:gd name="connsiteX35" fmla="*/ 212027 w 480060"/>
                  <a:gd name="connsiteY35" fmla="*/ 513017 h 611504"/>
                  <a:gd name="connsiteX36" fmla="*/ 278321 w 480060"/>
                  <a:gd name="connsiteY36" fmla="*/ 492252 h 611504"/>
                  <a:gd name="connsiteX37" fmla="*/ 202597 w 480060"/>
                  <a:gd name="connsiteY37" fmla="*/ 432054 h 611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80060" h="611504">
                    <a:moveTo>
                      <a:pt x="351949" y="551212"/>
                    </a:moveTo>
                    <a:cubicBezTo>
                      <a:pt x="316992" y="584550"/>
                      <a:pt x="270320" y="601790"/>
                      <a:pt x="211931" y="602933"/>
                    </a:cubicBezTo>
                    <a:cubicBezTo>
                      <a:pt x="165259" y="601790"/>
                      <a:pt x="126302" y="590455"/>
                      <a:pt x="95155" y="568738"/>
                    </a:cubicBezTo>
                    <a:cubicBezTo>
                      <a:pt x="63437" y="547878"/>
                      <a:pt x="40386" y="523685"/>
                      <a:pt x="26003" y="496348"/>
                    </a:cubicBezTo>
                    <a:cubicBezTo>
                      <a:pt x="21622" y="487394"/>
                      <a:pt x="17716" y="478822"/>
                      <a:pt x="14192" y="470726"/>
                    </a:cubicBezTo>
                    <a:cubicBezTo>
                      <a:pt x="10954" y="462344"/>
                      <a:pt x="8191" y="451771"/>
                      <a:pt x="6096" y="439007"/>
                    </a:cubicBezTo>
                    <a:cubicBezTo>
                      <a:pt x="2000" y="415099"/>
                      <a:pt x="0" y="369284"/>
                      <a:pt x="0" y="301466"/>
                    </a:cubicBezTo>
                    <a:cubicBezTo>
                      <a:pt x="0" y="233648"/>
                      <a:pt x="2000" y="186404"/>
                      <a:pt x="6096" y="163163"/>
                    </a:cubicBezTo>
                    <a:cubicBezTo>
                      <a:pt x="10383" y="139827"/>
                      <a:pt x="17050" y="120968"/>
                      <a:pt x="26003" y="106585"/>
                    </a:cubicBezTo>
                    <a:cubicBezTo>
                      <a:pt x="40386" y="79153"/>
                      <a:pt x="63437" y="54769"/>
                      <a:pt x="95155" y="33338"/>
                    </a:cubicBezTo>
                    <a:cubicBezTo>
                      <a:pt x="126397" y="11621"/>
                      <a:pt x="165259" y="476"/>
                      <a:pt x="211931" y="0"/>
                    </a:cubicBezTo>
                    <a:cubicBezTo>
                      <a:pt x="259175" y="571"/>
                      <a:pt x="298514" y="11716"/>
                      <a:pt x="329946" y="33338"/>
                    </a:cubicBezTo>
                    <a:cubicBezTo>
                      <a:pt x="361093" y="54769"/>
                      <a:pt x="383667" y="79153"/>
                      <a:pt x="397478" y="106585"/>
                    </a:cubicBezTo>
                    <a:cubicBezTo>
                      <a:pt x="407480" y="120968"/>
                      <a:pt x="414433" y="139827"/>
                      <a:pt x="418243" y="163163"/>
                    </a:cubicBezTo>
                    <a:cubicBezTo>
                      <a:pt x="421767" y="186499"/>
                      <a:pt x="423577" y="232601"/>
                      <a:pt x="423577" y="301466"/>
                    </a:cubicBezTo>
                    <a:cubicBezTo>
                      <a:pt x="423577" y="363093"/>
                      <a:pt x="422243" y="406051"/>
                      <a:pt x="419481" y="430435"/>
                    </a:cubicBezTo>
                    <a:cubicBezTo>
                      <a:pt x="415957" y="454819"/>
                      <a:pt x="410146" y="473869"/>
                      <a:pt x="401955" y="487394"/>
                    </a:cubicBezTo>
                    <a:lnTo>
                      <a:pt x="480060" y="549688"/>
                    </a:lnTo>
                    <a:lnTo>
                      <a:pt x="426720" y="611505"/>
                    </a:lnTo>
                    <a:lnTo>
                      <a:pt x="351854" y="551307"/>
                    </a:lnTo>
                    <a:close/>
                    <a:moveTo>
                      <a:pt x="202597" y="431959"/>
                    </a:moveTo>
                    <a:lnTo>
                      <a:pt x="255937" y="370522"/>
                    </a:lnTo>
                    <a:lnTo>
                      <a:pt x="325088" y="425482"/>
                    </a:lnTo>
                    <a:cubicBezTo>
                      <a:pt x="330803" y="405384"/>
                      <a:pt x="333661" y="364046"/>
                      <a:pt x="333661" y="301371"/>
                    </a:cubicBezTo>
                    <a:cubicBezTo>
                      <a:pt x="333661" y="243078"/>
                      <a:pt x="331661" y="203263"/>
                      <a:pt x="327565" y="182118"/>
                    </a:cubicBezTo>
                    <a:cubicBezTo>
                      <a:pt x="323183" y="162020"/>
                      <a:pt x="315183" y="145637"/>
                      <a:pt x="303562" y="132874"/>
                    </a:cubicBezTo>
                    <a:cubicBezTo>
                      <a:pt x="294608" y="120682"/>
                      <a:pt x="282702" y="110490"/>
                      <a:pt x="267748" y="102394"/>
                    </a:cubicBezTo>
                    <a:cubicBezTo>
                      <a:pt x="252032" y="94488"/>
                      <a:pt x="233458" y="90297"/>
                      <a:pt x="212027" y="89821"/>
                    </a:cubicBezTo>
                    <a:cubicBezTo>
                      <a:pt x="190881" y="90392"/>
                      <a:pt x="172688" y="94583"/>
                      <a:pt x="157543" y="102394"/>
                    </a:cubicBezTo>
                    <a:cubicBezTo>
                      <a:pt x="142113" y="110490"/>
                      <a:pt x="129635" y="120682"/>
                      <a:pt x="120110" y="132874"/>
                    </a:cubicBezTo>
                    <a:cubicBezTo>
                      <a:pt x="108395" y="145637"/>
                      <a:pt x="100679" y="162020"/>
                      <a:pt x="96869" y="182118"/>
                    </a:cubicBezTo>
                    <a:cubicBezTo>
                      <a:pt x="92488" y="203263"/>
                      <a:pt x="90392" y="242983"/>
                      <a:pt x="90392" y="301371"/>
                    </a:cubicBezTo>
                    <a:cubicBezTo>
                      <a:pt x="90392" y="359759"/>
                      <a:pt x="92583" y="399193"/>
                      <a:pt x="96869" y="419767"/>
                    </a:cubicBezTo>
                    <a:cubicBezTo>
                      <a:pt x="100679" y="440341"/>
                      <a:pt x="108395" y="457105"/>
                      <a:pt x="120110" y="469868"/>
                    </a:cubicBezTo>
                    <a:cubicBezTo>
                      <a:pt x="129635" y="482060"/>
                      <a:pt x="142113" y="491966"/>
                      <a:pt x="157543" y="499586"/>
                    </a:cubicBezTo>
                    <a:cubicBezTo>
                      <a:pt x="172688" y="508540"/>
                      <a:pt x="190881" y="513017"/>
                      <a:pt x="212027" y="513017"/>
                    </a:cubicBezTo>
                    <a:cubicBezTo>
                      <a:pt x="239744" y="513017"/>
                      <a:pt x="261842" y="506063"/>
                      <a:pt x="278321" y="492252"/>
                    </a:cubicBezTo>
                    <a:lnTo>
                      <a:pt x="202597" y="432054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1" name="Forma libre: forma 20">
                <a:extLst>
                  <a:ext uri="{FF2B5EF4-FFF2-40B4-BE49-F238E27FC236}">
                    <a16:creationId xmlns:a16="http://schemas.microsoft.com/office/drawing/2014/main" id="{B1E649EA-B074-4953-9A5F-521A5FC7F985}"/>
                  </a:ext>
                </a:extLst>
              </p:cNvPr>
              <p:cNvSpPr/>
              <p:nvPr/>
            </p:nvSpPr>
            <p:spPr>
              <a:xfrm>
                <a:off x="13804010" y="6066600"/>
                <a:ext cx="421576" cy="598074"/>
              </a:xfrm>
              <a:custGeom>
                <a:avLst/>
                <a:gdLst>
                  <a:gd name="connsiteX0" fmla="*/ 95 w 421576"/>
                  <a:gd name="connsiteY0" fmla="*/ 0 h 598074"/>
                  <a:gd name="connsiteX1" fmla="*/ 90011 w 421576"/>
                  <a:gd name="connsiteY1" fmla="*/ 0 h 598074"/>
                  <a:gd name="connsiteX2" fmla="*/ 90011 w 421576"/>
                  <a:gd name="connsiteY2" fmla="*/ 382524 h 598074"/>
                  <a:gd name="connsiteX3" fmla="*/ 124968 w 421576"/>
                  <a:gd name="connsiteY3" fmla="*/ 474917 h 598074"/>
                  <a:gd name="connsiteX4" fmla="*/ 210788 w 421576"/>
                  <a:gd name="connsiteY4" fmla="*/ 508254 h 598074"/>
                  <a:gd name="connsiteX5" fmla="*/ 297466 w 421576"/>
                  <a:gd name="connsiteY5" fmla="*/ 474917 h 598074"/>
                  <a:gd name="connsiteX6" fmla="*/ 331661 w 421576"/>
                  <a:gd name="connsiteY6" fmla="*/ 382524 h 598074"/>
                  <a:gd name="connsiteX7" fmla="*/ 331661 w 421576"/>
                  <a:gd name="connsiteY7" fmla="*/ 0 h 598074"/>
                  <a:gd name="connsiteX8" fmla="*/ 421577 w 421576"/>
                  <a:gd name="connsiteY8" fmla="*/ 0 h 598074"/>
                  <a:gd name="connsiteX9" fmla="*/ 421577 w 421576"/>
                  <a:gd name="connsiteY9" fmla="*/ 392240 h 598074"/>
                  <a:gd name="connsiteX10" fmla="*/ 360902 w 421576"/>
                  <a:gd name="connsiteY10" fmla="*/ 540734 h 598074"/>
                  <a:gd name="connsiteX11" fmla="*/ 210788 w 421576"/>
                  <a:gd name="connsiteY11" fmla="*/ 598075 h 598074"/>
                  <a:gd name="connsiteX12" fmla="*/ 61817 w 421576"/>
                  <a:gd name="connsiteY12" fmla="*/ 540734 h 598074"/>
                  <a:gd name="connsiteX13" fmla="*/ 0 w 421576"/>
                  <a:gd name="connsiteY13" fmla="*/ 392240 h 598074"/>
                  <a:gd name="connsiteX14" fmla="*/ 0 w 421576"/>
                  <a:gd name="connsiteY14" fmla="*/ 0 h 598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21576" h="598074">
                    <a:moveTo>
                      <a:pt x="95" y="0"/>
                    </a:moveTo>
                    <a:lnTo>
                      <a:pt x="90011" y="0"/>
                    </a:lnTo>
                    <a:lnTo>
                      <a:pt x="90011" y="382524"/>
                    </a:lnTo>
                    <a:cubicBezTo>
                      <a:pt x="90583" y="422910"/>
                      <a:pt x="102203" y="453771"/>
                      <a:pt x="124968" y="474917"/>
                    </a:cubicBezTo>
                    <a:cubicBezTo>
                      <a:pt x="147257" y="497205"/>
                      <a:pt x="175832" y="508254"/>
                      <a:pt x="210788" y="508254"/>
                    </a:cubicBezTo>
                    <a:cubicBezTo>
                      <a:pt x="245745" y="508254"/>
                      <a:pt x="274701" y="497110"/>
                      <a:pt x="297466" y="474917"/>
                    </a:cubicBezTo>
                    <a:cubicBezTo>
                      <a:pt x="319659" y="453771"/>
                      <a:pt x="331089" y="423005"/>
                      <a:pt x="331661" y="382524"/>
                    </a:cubicBezTo>
                    <a:lnTo>
                      <a:pt x="331661" y="0"/>
                    </a:lnTo>
                    <a:lnTo>
                      <a:pt x="421577" y="0"/>
                    </a:lnTo>
                    <a:lnTo>
                      <a:pt x="421577" y="392240"/>
                    </a:lnTo>
                    <a:cubicBezTo>
                      <a:pt x="420529" y="454628"/>
                      <a:pt x="400241" y="504158"/>
                      <a:pt x="360902" y="540734"/>
                    </a:cubicBezTo>
                    <a:cubicBezTo>
                      <a:pt x="321278" y="578453"/>
                      <a:pt x="271272" y="597599"/>
                      <a:pt x="210788" y="598075"/>
                    </a:cubicBezTo>
                    <a:cubicBezTo>
                      <a:pt x="151352" y="597503"/>
                      <a:pt x="101727" y="578358"/>
                      <a:pt x="61817" y="540734"/>
                    </a:cubicBezTo>
                    <a:cubicBezTo>
                      <a:pt x="21146" y="504158"/>
                      <a:pt x="476" y="454628"/>
                      <a:pt x="0" y="39224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2" name="Forma libre: forma 21">
                <a:extLst>
                  <a:ext uri="{FF2B5EF4-FFF2-40B4-BE49-F238E27FC236}">
                    <a16:creationId xmlns:a16="http://schemas.microsoft.com/office/drawing/2014/main" id="{921F37E5-C0BB-4D0F-9858-0422FA31A4B8}"/>
                  </a:ext>
                </a:extLst>
              </p:cNvPr>
              <p:cNvSpPr/>
              <p:nvPr/>
            </p:nvSpPr>
            <p:spPr>
              <a:xfrm>
                <a:off x="14339982" y="6066600"/>
                <a:ext cx="378809" cy="593312"/>
              </a:xfrm>
              <a:custGeom>
                <a:avLst/>
                <a:gdLst>
                  <a:gd name="connsiteX0" fmla="*/ 0 w 378809"/>
                  <a:gd name="connsiteY0" fmla="*/ 0 h 593312"/>
                  <a:gd name="connsiteX1" fmla="*/ 378809 w 378809"/>
                  <a:gd name="connsiteY1" fmla="*/ 0 h 593312"/>
                  <a:gd name="connsiteX2" fmla="*/ 378809 w 378809"/>
                  <a:gd name="connsiteY2" fmla="*/ 85058 h 593312"/>
                  <a:gd name="connsiteX3" fmla="*/ 89916 w 378809"/>
                  <a:gd name="connsiteY3" fmla="*/ 85058 h 593312"/>
                  <a:gd name="connsiteX4" fmla="*/ 89916 w 378809"/>
                  <a:gd name="connsiteY4" fmla="*/ 254318 h 593312"/>
                  <a:gd name="connsiteX5" fmla="*/ 336518 w 378809"/>
                  <a:gd name="connsiteY5" fmla="*/ 254318 h 593312"/>
                  <a:gd name="connsiteX6" fmla="*/ 336518 w 378809"/>
                  <a:gd name="connsiteY6" fmla="*/ 334042 h 593312"/>
                  <a:gd name="connsiteX7" fmla="*/ 89916 w 378809"/>
                  <a:gd name="connsiteY7" fmla="*/ 334042 h 593312"/>
                  <a:gd name="connsiteX8" fmla="*/ 89916 w 378809"/>
                  <a:gd name="connsiteY8" fmla="*/ 508254 h 593312"/>
                  <a:gd name="connsiteX9" fmla="*/ 378809 w 378809"/>
                  <a:gd name="connsiteY9" fmla="*/ 508254 h 593312"/>
                  <a:gd name="connsiteX10" fmla="*/ 378809 w 378809"/>
                  <a:gd name="connsiteY10" fmla="*/ 593312 h 593312"/>
                  <a:gd name="connsiteX11" fmla="*/ 0 w 378809"/>
                  <a:gd name="connsiteY11" fmla="*/ 593312 h 593312"/>
                  <a:gd name="connsiteX12" fmla="*/ 0 w 378809"/>
                  <a:gd name="connsiteY12" fmla="*/ 0 h 5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8809" h="593312">
                    <a:moveTo>
                      <a:pt x="0" y="0"/>
                    </a:moveTo>
                    <a:lnTo>
                      <a:pt x="378809" y="0"/>
                    </a:lnTo>
                    <a:lnTo>
                      <a:pt x="378809" y="85058"/>
                    </a:lnTo>
                    <a:lnTo>
                      <a:pt x="89916" y="85058"/>
                    </a:lnTo>
                    <a:lnTo>
                      <a:pt x="89916" y="254318"/>
                    </a:lnTo>
                    <a:lnTo>
                      <a:pt x="336518" y="254318"/>
                    </a:lnTo>
                    <a:lnTo>
                      <a:pt x="336518" y="334042"/>
                    </a:lnTo>
                    <a:lnTo>
                      <a:pt x="89916" y="334042"/>
                    </a:lnTo>
                    <a:lnTo>
                      <a:pt x="89916" y="508254"/>
                    </a:lnTo>
                    <a:lnTo>
                      <a:pt x="378809" y="508254"/>
                    </a:lnTo>
                    <a:lnTo>
                      <a:pt x="378809" y="593312"/>
                    </a:lnTo>
                    <a:lnTo>
                      <a:pt x="0" y="593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3" name="Forma libre: forma 22">
                <a:extLst>
                  <a:ext uri="{FF2B5EF4-FFF2-40B4-BE49-F238E27FC236}">
                    <a16:creationId xmlns:a16="http://schemas.microsoft.com/office/drawing/2014/main" id="{B5F3C8C8-9523-4CC0-BAA1-45A3615FF40F}"/>
                  </a:ext>
                </a:extLst>
              </p:cNvPr>
              <p:cNvSpPr/>
              <p:nvPr/>
            </p:nvSpPr>
            <p:spPr>
              <a:xfrm>
                <a:off x="14951487" y="6061837"/>
                <a:ext cx="435006" cy="603028"/>
              </a:xfrm>
              <a:custGeom>
                <a:avLst/>
                <a:gdLst>
                  <a:gd name="connsiteX0" fmla="*/ 227552 w 435006"/>
                  <a:gd name="connsiteY0" fmla="*/ 513017 h 603028"/>
                  <a:gd name="connsiteX1" fmla="*/ 344710 w 435006"/>
                  <a:gd name="connsiteY1" fmla="*/ 430435 h 603028"/>
                  <a:gd name="connsiteX2" fmla="*/ 267367 w 435006"/>
                  <a:gd name="connsiteY2" fmla="*/ 350711 h 603028"/>
                  <a:gd name="connsiteX3" fmla="*/ 188786 w 435006"/>
                  <a:gd name="connsiteY3" fmla="*/ 339757 h 603028"/>
                  <a:gd name="connsiteX4" fmla="*/ 72390 w 435006"/>
                  <a:gd name="connsiteY4" fmla="*/ 283178 h 603028"/>
                  <a:gd name="connsiteX5" fmla="*/ 31337 w 435006"/>
                  <a:gd name="connsiteY5" fmla="*/ 173355 h 603028"/>
                  <a:gd name="connsiteX6" fmla="*/ 83058 w 435006"/>
                  <a:gd name="connsiteY6" fmla="*/ 48006 h 603028"/>
                  <a:gd name="connsiteX7" fmla="*/ 225076 w 435006"/>
                  <a:gd name="connsiteY7" fmla="*/ 0 h 603028"/>
                  <a:gd name="connsiteX8" fmla="*/ 417576 w 435006"/>
                  <a:gd name="connsiteY8" fmla="*/ 61436 h 603028"/>
                  <a:gd name="connsiteX9" fmla="*/ 367474 w 435006"/>
                  <a:gd name="connsiteY9" fmla="*/ 135541 h 603028"/>
                  <a:gd name="connsiteX10" fmla="*/ 220599 w 435006"/>
                  <a:gd name="connsiteY10" fmla="*/ 90011 h 603028"/>
                  <a:gd name="connsiteX11" fmla="*/ 151447 w 435006"/>
                  <a:gd name="connsiteY11" fmla="*/ 110776 h 603028"/>
                  <a:gd name="connsiteX12" fmla="*/ 121729 w 435006"/>
                  <a:gd name="connsiteY12" fmla="*/ 175070 h 603028"/>
                  <a:gd name="connsiteX13" fmla="*/ 141637 w 435006"/>
                  <a:gd name="connsiteY13" fmla="*/ 221457 h 603028"/>
                  <a:gd name="connsiteX14" fmla="*/ 205549 w 435006"/>
                  <a:gd name="connsiteY14" fmla="*/ 250698 h 603028"/>
                  <a:gd name="connsiteX15" fmla="*/ 272319 w 435006"/>
                  <a:gd name="connsiteY15" fmla="*/ 260033 h 603028"/>
                  <a:gd name="connsiteX16" fmla="*/ 395573 w 435006"/>
                  <a:gd name="connsiteY16" fmla="*/ 319849 h 603028"/>
                  <a:gd name="connsiteX17" fmla="*/ 435007 w 435006"/>
                  <a:gd name="connsiteY17" fmla="*/ 430530 h 603028"/>
                  <a:gd name="connsiteX18" fmla="*/ 226695 w 435006"/>
                  <a:gd name="connsiteY18" fmla="*/ 603028 h 603028"/>
                  <a:gd name="connsiteX19" fmla="*/ 0 w 435006"/>
                  <a:gd name="connsiteY19" fmla="*/ 521684 h 603028"/>
                  <a:gd name="connsiteX20" fmla="*/ 58960 w 435006"/>
                  <a:gd name="connsiteY20" fmla="*/ 454152 h 603028"/>
                  <a:gd name="connsiteX21" fmla="*/ 227457 w 435006"/>
                  <a:gd name="connsiteY21" fmla="*/ 513112 h 603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5006" h="603028">
                    <a:moveTo>
                      <a:pt x="227552" y="513017"/>
                    </a:moveTo>
                    <a:cubicBezTo>
                      <a:pt x="304609" y="511969"/>
                      <a:pt x="343662" y="484442"/>
                      <a:pt x="344710" y="430435"/>
                    </a:cubicBezTo>
                    <a:cubicBezTo>
                      <a:pt x="345281" y="386239"/>
                      <a:pt x="319468" y="359664"/>
                      <a:pt x="267367" y="350711"/>
                    </a:cubicBezTo>
                    <a:cubicBezTo>
                      <a:pt x="243459" y="347472"/>
                      <a:pt x="217265" y="343757"/>
                      <a:pt x="188786" y="339757"/>
                    </a:cubicBezTo>
                    <a:cubicBezTo>
                      <a:pt x="137731" y="331375"/>
                      <a:pt x="98964" y="312516"/>
                      <a:pt x="72390" y="283178"/>
                    </a:cubicBezTo>
                    <a:cubicBezTo>
                      <a:pt x="44958" y="253080"/>
                      <a:pt x="31337" y="216408"/>
                      <a:pt x="31337" y="173355"/>
                    </a:cubicBezTo>
                    <a:cubicBezTo>
                      <a:pt x="31337" y="121539"/>
                      <a:pt x="48577" y="79724"/>
                      <a:pt x="83058" y="48006"/>
                    </a:cubicBezTo>
                    <a:cubicBezTo>
                      <a:pt x="116395" y="16574"/>
                      <a:pt x="163735" y="572"/>
                      <a:pt x="225076" y="0"/>
                    </a:cubicBezTo>
                    <a:cubicBezTo>
                      <a:pt x="298895" y="1619"/>
                      <a:pt x="362998" y="22098"/>
                      <a:pt x="417576" y="61436"/>
                    </a:cubicBezTo>
                    <a:lnTo>
                      <a:pt x="367474" y="135541"/>
                    </a:lnTo>
                    <a:cubicBezTo>
                      <a:pt x="322993" y="106204"/>
                      <a:pt x="274034" y="91059"/>
                      <a:pt x="220599" y="90011"/>
                    </a:cubicBezTo>
                    <a:cubicBezTo>
                      <a:pt x="192976" y="90011"/>
                      <a:pt x="169830" y="96965"/>
                      <a:pt x="151447" y="110776"/>
                    </a:cubicBezTo>
                    <a:cubicBezTo>
                      <a:pt x="132207" y="125158"/>
                      <a:pt x="122301" y="146590"/>
                      <a:pt x="121729" y="175070"/>
                    </a:cubicBezTo>
                    <a:cubicBezTo>
                      <a:pt x="121729" y="192215"/>
                      <a:pt x="128397" y="207645"/>
                      <a:pt x="141637" y="221457"/>
                    </a:cubicBezTo>
                    <a:cubicBezTo>
                      <a:pt x="154971" y="235553"/>
                      <a:pt x="176213" y="245364"/>
                      <a:pt x="205549" y="250698"/>
                    </a:cubicBezTo>
                    <a:cubicBezTo>
                      <a:pt x="221837" y="253460"/>
                      <a:pt x="244030" y="256508"/>
                      <a:pt x="272319" y="260033"/>
                    </a:cubicBezTo>
                    <a:cubicBezTo>
                      <a:pt x="327946" y="267653"/>
                      <a:pt x="368998" y="287560"/>
                      <a:pt x="395573" y="319849"/>
                    </a:cubicBezTo>
                    <a:cubicBezTo>
                      <a:pt x="421862" y="351568"/>
                      <a:pt x="435007" y="388525"/>
                      <a:pt x="435007" y="430530"/>
                    </a:cubicBezTo>
                    <a:cubicBezTo>
                      <a:pt x="432054" y="543878"/>
                      <a:pt x="362617" y="601408"/>
                      <a:pt x="226695" y="603028"/>
                    </a:cubicBezTo>
                    <a:cubicBezTo>
                      <a:pt x="138779" y="603028"/>
                      <a:pt x="63246" y="575881"/>
                      <a:pt x="0" y="521684"/>
                    </a:cubicBezTo>
                    <a:lnTo>
                      <a:pt x="58960" y="454152"/>
                    </a:lnTo>
                    <a:cubicBezTo>
                      <a:pt x="106203" y="492919"/>
                      <a:pt x="162306" y="512636"/>
                      <a:pt x="227457" y="513112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4" name="Forma libre: forma 23">
                <a:extLst>
                  <a:ext uri="{FF2B5EF4-FFF2-40B4-BE49-F238E27FC236}">
                    <a16:creationId xmlns:a16="http://schemas.microsoft.com/office/drawing/2014/main" id="{16F1DDB7-A689-4217-A04E-FCAEF1F603DD}"/>
                  </a:ext>
                </a:extLst>
              </p:cNvPr>
              <p:cNvSpPr/>
              <p:nvPr/>
            </p:nvSpPr>
            <p:spPr>
              <a:xfrm>
                <a:off x="15419641" y="6066600"/>
                <a:ext cx="506539" cy="593312"/>
              </a:xfrm>
              <a:custGeom>
                <a:avLst/>
                <a:gdLst>
                  <a:gd name="connsiteX0" fmla="*/ 365760 w 506539"/>
                  <a:gd name="connsiteY0" fmla="*/ 460629 h 593312"/>
                  <a:gd name="connsiteX1" fmla="*/ 140780 w 506539"/>
                  <a:gd name="connsiteY1" fmla="*/ 460629 h 593312"/>
                  <a:gd name="connsiteX2" fmla="*/ 95250 w 506539"/>
                  <a:gd name="connsiteY2" fmla="*/ 593312 h 593312"/>
                  <a:gd name="connsiteX3" fmla="*/ 0 w 506539"/>
                  <a:gd name="connsiteY3" fmla="*/ 593312 h 593312"/>
                  <a:gd name="connsiteX4" fmla="*/ 215646 w 506539"/>
                  <a:gd name="connsiteY4" fmla="*/ 0 h 593312"/>
                  <a:gd name="connsiteX5" fmla="*/ 290894 w 506539"/>
                  <a:gd name="connsiteY5" fmla="*/ 0 h 593312"/>
                  <a:gd name="connsiteX6" fmla="*/ 506539 w 506539"/>
                  <a:gd name="connsiteY6" fmla="*/ 593312 h 593312"/>
                  <a:gd name="connsiteX7" fmla="*/ 411766 w 506539"/>
                  <a:gd name="connsiteY7" fmla="*/ 593312 h 593312"/>
                  <a:gd name="connsiteX8" fmla="*/ 365760 w 506539"/>
                  <a:gd name="connsiteY8" fmla="*/ 460629 h 593312"/>
                  <a:gd name="connsiteX9" fmla="*/ 340138 w 506539"/>
                  <a:gd name="connsiteY9" fmla="*/ 380905 h 593312"/>
                  <a:gd name="connsiteX10" fmla="*/ 254318 w 506539"/>
                  <a:gd name="connsiteY10" fmla="*/ 121729 h 593312"/>
                  <a:gd name="connsiteX11" fmla="*/ 252699 w 506539"/>
                  <a:gd name="connsiteY11" fmla="*/ 121729 h 593312"/>
                  <a:gd name="connsiteX12" fmla="*/ 166878 w 506539"/>
                  <a:gd name="connsiteY12" fmla="*/ 380905 h 593312"/>
                  <a:gd name="connsiteX13" fmla="*/ 340233 w 506539"/>
                  <a:gd name="connsiteY13" fmla="*/ 380905 h 5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06539" h="593312">
                    <a:moveTo>
                      <a:pt x="365760" y="460629"/>
                    </a:moveTo>
                    <a:lnTo>
                      <a:pt x="140780" y="460629"/>
                    </a:lnTo>
                    <a:lnTo>
                      <a:pt x="95250" y="593312"/>
                    </a:lnTo>
                    <a:lnTo>
                      <a:pt x="0" y="593312"/>
                    </a:lnTo>
                    <a:lnTo>
                      <a:pt x="215646" y="0"/>
                    </a:lnTo>
                    <a:lnTo>
                      <a:pt x="290894" y="0"/>
                    </a:lnTo>
                    <a:lnTo>
                      <a:pt x="506539" y="593312"/>
                    </a:lnTo>
                    <a:lnTo>
                      <a:pt x="411766" y="593312"/>
                    </a:lnTo>
                    <a:lnTo>
                      <a:pt x="365760" y="460629"/>
                    </a:lnTo>
                    <a:close/>
                    <a:moveTo>
                      <a:pt x="340138" y="380905"/>
                    </a:moveTo>
                    <a:lnTo>
                      <a:pt x="254318" y="121729"/>
                    </a:lnTo>
                    <a:lnTo>
                      <a:pt x="252699" y="121729"/>
                    </a:lnTo>
                    <a:lnTo>
                      <a:pt x="166878" y="380905"/>
                    </a:lnTo>
                    <a:lnTo>
                      <a:pt x="340233" y="380905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5" name="Forma libre: forma 24">
                <a:extLst>
                  <a:ext uri="{FF2B5EF4-FFF2-40B4-BE49-F238E27FC236}">
                    <a16:creationId xmlns:a16="http://schemas.microsoft.com/office/drawing/2014/main" id="{875DF29B-5C9A-40B8-A8F6-43E71695F48F}"/>
                  </a:ext>
                </a:extLst>
              </p:cNvPr>
              <p:cNvSpPr/>
              <p:nvPr/>
            </p:nvSpPr>
            <p:spPr>
              <a:xfrm>
                <a:off x="15989617" y="6066409"/>
                <a:ext cx="414622" cy="593312"/>
              </a:xfrm>
              <a:custGeom>
                <a:avLst/>
                <a:gdLst>
                  <a:gd name="connsiteX0" fmla="*/ 0 w 414622"/>
                  <a:gd name="connsiteY0" fmla="*/ 190 h 593312"/>
                  <a:gd name="connsiteX1" fmla="*/ 229933 w 414622"/>
                  <a:gd name="connsiteY1" fmla="*/ 190 h 593312"/>
                  <a:gd name="connsiteX2" fmla="*/ 361379 w 414622"/>
                  <a:gd name="connsiteY2" fmla="*/ 44101 h 593312"/>
                  <a:gd name="connsiteX3" fmla="*/ 405765 w 414622"/>
                  <a:gd name="connsiteY3" fmla="*/ 159258 h 593312"/>
                  <a:gd name="connsiteX4" fmla="*/ 388239 w 414622"/>
                  <a:gd name="connsiteY4" fmla="*/ 229267 h 593312"/>
                  <a:gd name="connsiteX5" fmla="*/ 361379 w 414622"/>
                  <a:gd name="connsiteY5" fmla="*/ 259366 h 593312"/>
                  <a:gd name="connsiteX6" fmla="*/ 318230 w 414622"/>
                  <a:gd name="connsiteY6" fmla="*/ 286608 h 593312"/>
                  <a:gd name="connsiteX7" fmla="*/ 318230 w 414622"/>
                  <a:gd name="connsiteY7" fmla="*/ 288227 h 593312"/>
                  <a:gd name="connsiteX8" fmla="*/ 391478 w 414622"/>
                  <a:gd name="connsiteY8" fmla="*/ 339090 h 593312"/>
                  <a:gd name="connsiteX9" fmla="*/ 414623 w 414622"/>
                  <a:gd name="connsiteY9" fmla="*/ 424910 h 593312"/>
                  <a:gd name="connsiteX10" fmla="*/ 366617 w 414622"/>
                  <a:gd name="connsiteY10" fmla="*/ 546545 h 593312"/>
                  <a:gd name="connsiteX11" fmla="*/ 249841 w 414622"/>
                  <a:gd name="connsiteY11" fmla="*/ 593312 h 593312"/>
                  <a:gd name="connsiteX12" fmla="*/ 0 w 414622"/>
                  <a:gd name="connsiteY12" fmla="*/ 593312 h 593312"/>
                  <a:gd name="connsiteX13" fmla="*/ 0 w 414622"/>
                  <a:gd name="connsiteY13" fmla="*/ 0 h 593312"/>
                  <a:gd name="connsiteX14" fmla="*/ 89916 w 414622"/>
                  <a:gd name="connsiteY14" fmla="*/ 80296 h 593312"/>
                  <a:gd name="connsiteX15" fmla="*/ 89916 w 414622"/>
                  <a:gd name="connsiteY15" fmla="*/ 249936 h 593312"/>
                  <a:gd name="connsiteX16" fmla="*/ 219742 w 414622"/>
                  <a:gd name="connsiteY16" fmla="*/ 249936 h 593312"/>
                  <a:gd name="connsiteX17" fmla="*/ 292132 w 414622"/>
                  <a:gd name="connsiteY17" fmla="*/ 224314 h 593312"/>
                  <a:gd name="connsiteX18" fmla="*/ 315753 w 414622"/>
                  <a:gd name="connsiteY18" fmla="*/ 164878 h 593312"/>
                  <a:gd name="connsiteX19" fmla="*/ 292132 w 414622"/>
                  <a:gd name="connsiteY19" fmla="*/ 104204 h 593312"/>
                  <a:gd name="connsiteX20" fmla="*/ 219742 w 414622"/>
                  <a:gd name="connsiteY20" fmla="*/ 80201 h 593312"/>
                  <a:gd name="connsiteX21" fmla="*/ 89916 w 414622"/>
                  <a:gd name="connsiteY21" fmla="*/ 80201 h 593312"/>
                  <a:gd name="connsiteX22" fmla="*/ 89916 w 414622"/>
                  <a:gd name="connsiteY22" fmla="*/ 330136 h 593312"/>
                  <a:gd name="connsiteX23" fmla="*/ 89916 w 414622"/>
                  <a:gd name="connsiteY23" fmla="*/ 508349 h 593312"/>
                  <a:gd name="connsiteX24" fmla="*/ 228219 w 414622"/>
                  <a:gd name="connsiteY24" fmla="*/ 508349 h 593312"/>
                  <a:gd name="connsiteX25" fmla="*/ 301466 w 414622"/>
                  <a:gd name="connsiteY25" fmla="*/ 481108 h 593312"/>
                  <a:gd name="connsiteX26" fmla="*/ 324612 w 414622"/>
                  <a:gd name="connsiteY26" fmla="*/ 419291 h 593312"/>
                  <a:gd name="connsiteX27" fmla="*/ 301466 w 414622"/>
                  <a:gd name="connsiteY27" fmla="*/ 356616 h 593312"/>
                  <a:gd name="connsiteX28" fmla="*/ 228219 w 414622"/>
                  <a:gd name="connsiteY28" fmla="*/ 330136 h 593312"/>
                  <a:gd name="connsiteX29" fmla="*/ 89916 w 414622"/>
                  <a:gd name="connsiteY29" fmla="*/ 330136 h 5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14622" h="593312">
                    <a:moveTo>
                      <a:pt x="0" y="190"/>
                    </a:moveTo>
                    <a:lnTo>
                      <a:pt x="229933" y="190"/>
                    </a:lnTo>
                    <a:cubicBezTo>
                      <a:pt x="288226" y="762"/>
                      <a:pt x="332042" y="15335"/>
                      <a:pt x="361379" y="44101"/>
                    </a:cubicBezTo>
                    <a:cubicBezTo>
                      <a:pt x="390906" y="73152"/>
                      <a:pt x="405765" y="111538"/>
                      <a:pt x="405765" y="159258"/>
                    </a:cubicBezTo>
                    <a:cubicBezTo>
                      <a:pt x="406336" y="183642"/>
                      <a:pt x="400431" y="206978"/>
                      <a:pt x="388239" y="229267"/>
                    </a:cubicBezTo>
                    <a:cubicBezTo>
                      <a:pt x="381953" y="239839"/>
                      <a:pt x="372999" y="249841"/>
                      <a:pt x="361379" y="259366"/>
                    </a:cubicBezTo>
                    <a:cubicBezTo>
                      <a:pt x="349663" y="269367"/>
                      <a:pt x="335375" y="278511"/>
                      <a:pt x="318230" y="286608"/>
                    </a:cubicBezTo>
                    <a:lnTo>
                      <a:pt x="318230" y="288227"/>
                    </a:lnTo>
                    <a:cubicBezTo>
                      <a:pt x="350520" y="296609"/>
                      <a:pt x="374904" y="313563"/>
                      <a:pt x="391478" y="339090"/>
                    </a:cubicBezTo>
                    <a:cubicBezTo>
                      <a:pt x="406908" y="365379"/>
                      <a:pt x="414623" y="394049"/>
                      <a:pt x="414623" y="424910"/>
                    </a:cubicBezTo>
                    <a:cubicBezTo>
                      <a:pt x="414052" y="476155"/>
                      <a:pt x="398050" y="516731"/>
                      <a:pt x="366617" y="546545"/>
                    </a:cubicBezTo>
                    <a:cubicBezTo>
                      <a:pt x="335375" y="577786"/>
                      <a:pt x="296513" y="593312"/>
                      <a:pt x="249841" y="593312"/>
                    </a:cubicBezTo>
                    <a:lnTo>
                      <a:pt x="0" y="593312"/>
                    </a:lnTo>
                    <a:lnTo>
                      <a:pt x="0" y="0"/>
                    </a:lnTo>
                    <a:close/>
                    <a:moveTo>
                      <a:pt x="89916" y="80296"/>
                    </a:moveTo>
                    <a:lnTo>
                      <a:pt x="89916" y="249936"/>
                    </a:lnTo>
                    <a:lnTo>
                      <a:pt x="219742" y="249936"/>
                    </a:lnTo>
                    <a:cubicBezTo>
                      <a:pt x="252603" y="249936"/>
                      <a:pt x="276701" y="241364"/>
                      <a:pt x="292132" y="224314"/>
                    </a:cubicBezTo>
                    <a:cubicBezTo>
                      <a:pt x="307848" y="208598"/>
                      <a:pt x="315753" y="188786"/>
                      <a:pt x="315753" y="164878"/>
                    </a:cubicBezTo>
                    <a:cubicBezTo>
                      <a:pt x="315753" y="140970"/>
                      <a:pt x="307848" y="120777"/>
                      <a:pt x="292132" y="104204"/>
                    </a:cubicBezTo>
                    <a:cubicBezTo>
                      <a:pt x="276701" y="88773"/>
                      <a:pt x="252507" y="80772"/>
                      <a:pt x="219742" y="80201"/>
                    </a:cubicBezTo>
                    <a:lnTo>
                      <a:pt x="89916" y="80201"/>
                    </a:lnTo>
                    <a:close/>
                    <a:moveTo>
                      <a:pt x="89916" y="330136"/>
                    </a:moveTo>
                    <a:lnTo>
                      <a:pt x="89916" y="508349"/>
                    </a:lnTo>
                    <a:lnTo>
                      <a:pt x="228219" y="508349"/>
                    </a:lnTo>
                    <a:cubicBezTo>
                      <a:pt x="261557" y="507778"/>
                      <a:pt x="286035" y="498729"/>
                      <a:pt x="301466" y="481108"/>
                    </a:cubicBezTo>
                    <a:cubicBezTo>
                      <a:pt x="316896" y="463772"/>
                      <a:pt x="324612" y="443103"/>
                      <a:pt x="324612" y="419291"/>
                    </a:cubicBezTo>
                    <a:cubicBezTo>
                      <a:pt x="324612" y="395478"/>
                      <a:pt x="316896" y="373952"/>
                      <a:pt x="301466" y="356616"/>
                    </a:cubicBezTo>
                    <a:cubicBezTo>
                      <a:pt x="286035" y="339566"/>
                      <a:pt x="261557" y="330708"/>
                      <a:pt x="228219" y="330136"/>
                    </a:cubicBezTo>
                    <a:lnTo>
                      <a:pt x="89916" y="330136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6" name="Forma libre: forma 25">
                <a:extLst>
                  <a:ext uri="{FF2B5EF4-FFF2-40B4-BE49-F238E27FC236}">
                    <a16:creationId xmlns:a16="http://schemas.microsoft.com/office/drawing/2014/main" id="{A4B6D3B5-AD56-4896-A9EE-5D696B9E514D}"/>
                  </a:ext>
                </a:extLst>
              </p:cNvPr>
              <p:cNvSpPr/>
              <p:nvPr/>
            </p:nvSpPr>
            <p:spPr>
              <a:xfrm>
                <a:off x="16497872" y="6066600"/>
                <a:ext cx="378808" cy="593312"/>
              </a:xfrm>
              <a:custGeom>
                <a:avLst/>
                <a:gdLst>
                  <a:gd name="connsiteX0" fmla="*/ 0 w 378808"/>
                  <a:gd name="connsiteY0" fmla="*/ 0 h 593312"/>
                  <a:gd name="connsiteX1" fmla="*/ 378808 w 378808"/>
                  <a:gd name="connsiteY1" fmla="*/ 0 h 593312"/>
                  <a:gd name="connsiteX2" fmla="*/ 378808 w 378808"/>
                  <a:gd name="connsiteY2" fmla="*/ 85058 h 593312"/>
                  <a:gd name="connsiteX3" fmla="*/ 89915 w 378808"/>
                  <a:gd name="connsiteY3" fmla="*/ 85058 h 593312"/>
                  <a:gd name="connsiteX4" fmla="*/ 89915 w 378808"/>
                  <a:gd name="connsiteY4" fmla="*/ 254318 h 593312"/>
                  <a:gd name="connsiteX5" fmla="*/ 336518 w 378808"/>
                  <a:gd name="connsiteY5" fmla="*/ 254318 h 593312"/>
                  <a:gd name="connsiteX6" fmla="*/ 336518 w 378808"/>
                  <a:gd name="connsiteY6" fmla="*/ 334042 h 593312"/>
                  <a:gd name="connsiteX7" fmla="*/ 89915 w 378808"/>
                  <a:gd name="connsiteY7" fmla="*/ 334042 h 593312"/>
                  <a:gd name="connsiteX8" fmla="*/ 89915 w 378808"/>
                  <a:gd name="connsiteY8" fmla="*/ 508254 h 593312"/>
                  <a:gd name="connsiteX9" fmla="*/ 378808 w 378808"/>
                  <a:gd name="connsiteY9" fmla="*/ 508254 h 593312"/>
                  <a:gd name="connsiteX10" fmla="*/ 378808 w 378808"/>
                  <a:gd name="connsiteY10" fmla="*/ 593312 h 593312"/>
                  <a:gd name="connsiteX11" fmla="*/ 0 w 378808"/>
                  <a:gd name="connsiteY11" fmla="*/ 593312 h 593312"/>
                  <a:gd name="connsiteX12" fmla="*/ 0 w 378808"/>
                  <a:gd name="connsiteY12" fmla="*/ 0 h 5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8808" h="593312">
                    <a:moveTo>
                      <a:pt x="0" y="0"/>
                    </a:moveTo>
                    <a:lnTo>
                      <a:pt x="378808" y="0"/>
                    </a:lnTo>
                    <a:lnTo>
                      <a:pt x="378808" y="85058"/>
                    </a:lnTo>
                    <a:lnTo>
                      <a:pt x="89915" y="85058"/>
                    </a:lnTo>
                    <a:lnTo>
                      <a:pt x="89915" y="254318"/>
                    </a:lnTo>
                    <a:lnTo>
                      <a:pt x="336518" y="254318"/>
                    </a:lnTo>
                    <a:lnTo>
                      <a:pt x="336518" y="334042"/>
                    </a:lnTo>
                    <a:lnTo>
                      <a:pt x="89915" y="334042"/>
                    </a:lnTo>
                    <a:lnTo>
                      <a:pt x="89915" y="508254"/>
                    </a:lnTo>
                    <a:lnTo>
                      <a:pt x="378808" y="508254"/>
                    </a:lnTo>
                    <a:lnTo>
                      <a:pt x="378808" y="593312"/>
                    </a:lnTo>
                    <a:lnTo>
                      <a:pt x="0" y="593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7" name="Forma libre: forma 26">
                <a:extLst>
                  <a:ext uri="{FF2B5EF4-FFF2-40B4-BE49-F238E27FC236}">
                    <a16:creationId xmlns:a16="http://schemas.microsoft.com/office/drawing/2014/main" id="{0667720A-C18B-4416-9D61-8560BCA2B52D}"/>
                  </a:ext>
                </a:extLst>
              </p:cNvPr>
              <p:cNvSpPr/>
              <p:nvPr/>
            </p:nvSpPr>
            <p:spPr>
              <a:xfrm>
                <a:off x="16961357" y="6066600"/>
                <a:ext cx="506730" cy="593312"/>
              </a:xfrm>
              <a:custGeom>
                <a:avLst/>
                <a:gdLst>
                  <a:gd name="connsiteX0" fmla="*/ 0 w 506730"/>
                  <a:gd name="connsiteY0" fmla="*/ 0 h 593312"/>
                  <a:gd name="connsiteX1" fmla="*/ 84677 w 506730"/>
                  <a:gd name="connsiteY1" fmla="*/ 0 h 593312"/>
                  <a:gd name="connsiteX2" fmla="*/ 254794 w 506730"/>
                  <a:gd name="connsiteY2" fmla="*/ 386524 h 593312"/>
                  <a:gd name="connsiteX3" fmla="*/ 421672 w 506730"/>
                  <a:gd name="connsiteY3" fmla="*/ 0 h 593312"/>
                  <a:gd name="connsiteX4" fmla="*/ 506731 w 506730"/>
                  <a:gd name="connsiteY4" fmla="*/ 0 h 593312"/>
                  <a:gd name="connsiteX5" fmla="*/ 506731 w 506730"/>
                  <a:gd name="connsiteY5" fmla="*/ 593312 h 593312"/>
                  <a:gd name="connsiteX6" fmla="*/ 416814 w 506730"/>
                  <a:gd name="connsiteY6" fmla="*/ 593312 h 593312"/>
                  <a:gd name="connsiteX7" fmla="*/ 416814 w 506730"/>
                  <a:gd name="connsiteY7" fmla="*/ 223456 h 593312"/>
                  <a:gd name="connsiteX8" fmla="*/ 414814 w 506730"/>
                  <a:gd name="connsiteY8" fmla="*/ 223456 h 593312"/>
                  <a:gd name="connsiteX9" fmla="*/ 290703 w 506730"/>
                  <a:gd name="connsiteY9" fmla="*/ 508350 h 593312"/>
                  <a:gd name="connsiteX10" fmla="*/ 215837 w 506730"/>
                  <a:gd name="connsiteY10" fmla="*/ 508350 h 593312"/>
                  <a:gd name="connsiteX11" fmla="*/ 91726 w 506730"/>
                  <a:gd name="connsiteY11" fmla="*/ 223456 h 593312"/>
                  <a:gd name="connsiteX12" fmla="*/ 90107 w 506730"/>
                  <a:gd name="connsiteY12" fmla="*/ 223456 h 593312"/>
                  <a:gd name="connsiteX13" fmla="*/ 90107 w 506730"/>
                  <a:gd name="connsiteY13" fmla="*/ 593312 h 593312"/>
                  <a:gd name="connsiteX14" fmla="*/ 191 w 506730"/>
                  <a:gd name="connsiteY14" fmla="*/ 593312 h 593312"/>
                  <a:gd name="connsiteX15" fmla="*/ 191 w 506730"/>
                  <a:gd name="connsiteY15" fmla="*/ 0 h 593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6730" h="593312">
                    <a:moveTo>
                      <a:pt x="0" y="0"/>
                    </a:moveTo>
                    <a:lnTo>
                      <a:pt x="84677" y="0"/>
                    </a:lnTo>
                    <a:lnTo>
                      <a:pt x="254794" y="386524"/>
                    </a:lnTo>
                    <a:lnTo>
                      <a:pt x="421672" y="0"/>
                    </a:lnTo>
                    <a:lnTo>
                      <a:pt x="506731" y="0"/>
                    </a:lnTo>
                    <a:lnTo>
                      <a:pt x="506731" y="593312"/>
                    </a:lnTo>
                    <a:lnTo>
                      <a:pt x="416814" y="593312"/>
                    </a:lnTo>
                    <a:lnTo>
                      <a:pt x="416814" y="223456"/>
                    </a:lnTo>
                    <a:lnTo>
                      <a:pt x="414814" y="223456"/>
                    </a:lnTo>
                    <a:lnTo>
                      <a:pt x="290703" y="508350"/>
                    </a:lnTo>
                    <a:lnTo>
                      <a:pt x="215837" y="508350"/>
                    </a:lnTo>
                    <a:lnTo>
                      <a:pt x="91726" y="223456"/>
                    </a:lnTo>
                    <a:lnTo>
                      <a:pt x="90107" y="223456"/>
                    </a:lnTo>
                    <a:lnTo>
                      <a:pt x="90107" y="593312"/>
                    </a:lnTo>
                    <a:lnTo>
                      <a:pt x="191" y="593312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8" name="Forma libre: forma 27">
                <a:extLst>
                  <a:ext uri="{FF2B5EF4-FFF2-40B4-BE49-F238E27FC236}">
                    <a16:creationId xmlns:a16="http://schemas.microsoft.com/office/drawing/2014/main" id="{4DA0D456-D25B-4B4D-93B2-B18586C12676}"/>
                  </a:ext>
                </a:extLst>
              </p:cNvPr>
              <p:cNvSpPr/>
              <p:nvPr/>
            </p:nvSpPr>
            <p:spPr>
              <a:xfrm>
                <a:off x="17572577" y="6061742"/>
                <a:ext cx="423576" cy="602932"/>
              </a:xfrm>
              <a:custGeom>
                <a:avLst/>
                <a:gdLst>
                  <a:gd name="connsiteX0" fmla="*/ 0 w 423576"/>
                  <a:gd name="connsiteY0" fmla="*/ 301466 h 602932"/>
                  <a:gd name="connsiteX1" fmla="*/ 6096 w 423576"/>
                  <a:gd name="connsiteY1" fmla="*/ 163163 h 602932"/>
                  <a:gd name="connsiteX2" fmla="*/ 26003 w 423576"/>
                  <a:gd name="connsiteY2" fmla="*/ 106585 h 602932"/>
                  <a:gd name="connsiteX3" fmla="*/ 95155 w 423576"/>
                  <a:gd name="connsiteY3" fmla="*/ 33338 h 602932"/>
                  <a:gd name="connsiteX4" fmla="*/ 211931 w 423576"/>
                  <a:gd name="connsiteY4" fmla="*/ 0 h 602932"/>
                  <a:gd name="connsiteX5" fmla="*/ 329946 w 423576"/>
                  <a:gd name="connsiteY5" fmla="*/ 33338 h 602932"/>
                  <a:gd name="connsiteX6" fmla="*/ 397478 w 423576"/>
                  <a:gd name="connsiteY6" fmla="*/ 106585 h 602932"/>
                  <a:gd name="connsiteX7" fmla="*/ 418243 w 423576"/>
                  <a:gd name="connsiteY7" fmla="*/ 163163 h 602932"/>
                  <a:gd name="connsiteX8" fmla="*/ 423576 w 423576"/>
                  <a:gd name="connsiteY8" fmla="*/ 301466 h 602932"/>
                  <a:gd name="connsiteX9" fmla="*/ 418243 w 423576"/>
                  <a:gd name="connsiteY9" fmla="*/ 439007 h 602932"/>
                  <a:gd name="connsiteX10" fmla="*/ 397478 w 423576"/>
                  <a:gd name="connsiteY10" fmla="*/ 496348 h 602932"/>
                  <a:gd name="connsiteX11" fmla="*/ 329946 w 423576"/>
                  <a:gd name="connsiteY11" fmla="*/ 568738 h 602932"/>
                  <a:gd name="connsiteX12" fmla="*/ 211931 w 423576"/>
                  <a:gd name="connsiteY12" fmla="*/ 602932 h 602932"/>
                  <a:gd name="connsiteX13" fmla="*/ 95155 w 423576"/>
                  <a:gd name="connsiteY13" fmla="*/ 568738 h 602932"/>
                  <a:gd name="connsiteX14" fmla="*/ 26003 w 423576"/>
                  <a:gd name="connsiteY14" fmla="*/ 496348 h 602932"/>
                  <a:gd name="connsiteX15" fmla="*/ 14192 w 423576"/>
                  <a:gd name="connsiteY15" fmla="*/ 470725 h 602932"/>
                  <a:gd name="connsiteX16" fmla="*/ 6096 w 423576"/>
                  <a:gd name="connsiteY16" fmla="*/ 439007 h 602932"/>
                  <a:gd name="connsiteX17" fmla="*/ 0 w 423576"/>
                  <a:gd name="connsiteY17" fmla="*/ 301466 h 602932"/>
                  <a:gd name="connsiteX18" fmla="*/ 90297 w 423576"/>
                  <a:gd name="connsiteY18" fmla="*/ 301466 h 602932"/>
                  <a:gd name="connsiteX19" fmla="*/ 96774 w 423576"/>
                  <a:gd name="connsiteY19" fmla="*/ 419862 h 602932"/>
                  <a:gd name="connsiteX20" fmla="*/ 120015 w 423576"/>
                  <a:gd name="connsiteY20" fmla="*/ 469963 h 602932"/>
                  <a:gd name="connsiteX21" fmla="*/ 157449 w 423576"/>
                  <a:gd name="connsiteY21" fmla="*/ 499682 h 602932"/>
                  <a:gd name="connsiteX22" fmla="*/ 211931 w 423576"/>
                  <a:gd name="connsiteY22" fmla="*/ 513112 h 602932"/>
                  <a:gd name="connsiteX23" fmla="*/ 267652 w 423576"/>
                  <a:gd name="connsiteY23" fmla="*/ 499682 h 602932"/>
                  <a:gd name="connsiteX24" fmla="*/ 303466 w 423576"/>
                  <a:gd name="connsiteY24" fmla="*/ 469963 h 602932"/>
                  <a:gd name="connsiteX25" fmla="*/ 327470 w 423576"/>
                  <a:gd name="connsiteY25" fmla="*/ 419862 h 602932"/>
                  <a:gd name="connsiteX26" fmla="*/ 333566 w 423576"/>
                  <a:gd name="connsiteY26" fmla="*/ 301466 h 602932"/>
                  <a:gd name="connsiteX27" fmla="*/ 327470 w 423576"/>
                  <a:gd name="connsiteY27" fmla="*/ 182213 h 602932"/>
                  <a:gd name="connsiteX28" fmla="*/ 303466 w 423576"/>
                  <a:gd name="connsiteY28" fmla="*/ 132969 h 602932"/>
                  <a:gd name="connsiteX29" fmla="*/ 267652 w 423576"/>
                  <a:gd name="connsiteY29" fmla="*/ 102489 h 602932"/>
                  <a:gd name="connsiteX30" fmla="*/ 211931 w 423576"/>
                  <a:gd name="connsiteY30" fmla="*/ 89916 h 602932"/>
                  <a:gd name="connsiteX31" fmla="*/ 157449 w 423576"/>
                  <a:gd name="connsiteY31" fmla="*/ 102489 h 602932"/>
                  <a:gd name="connsiteX32" fmla="*/ 120015 w 423576"/>
                  <a:gd name="connsiteY32" fmla="*/ 132969 h 602932"/>
                  <a:gd name="connsiteX33" fmla="*/ 96774 w 423576"/>
                  <a:gd name="connsiteY33" fmla="*/ 182213 h 602932"/>
                  <a:gd name="connsiteX34" fmla="*/ 90297 w 423576"/>
                  <a:gd name="connsiteY34" fmla="*/ 301466 h 602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23576" h="602932">
                    <a:moveTo>
                      <a:pt x="0" y="301466"/>
                    </a:moveTo>
                    <a:cubicBezTo>
                      <a:pt x="0" y="232600"/>
                      <a:pt x="2000" y="186404"/>
                      <a:pt x="6096" y="163163"/>
                    </a:cubicBezTo>
                    <a:cubicBezTo>
                      <a:pt x="10382" y="139827"/>
                      <a:pt x="17050" y="120967"/>
                      <a:pt x="26003" y="106585"/>
                    </a:cubicBezTo>
                    <a:cubicBezTo>
                      <a:pt x="40386" y="79153"/>
                      <a:pt x="63437" y="54769"/>
                      <a:pt x="95155" y="33338"/>
                    </a:cubicBezTo>
                    <a:cubicBezTo>
                      <a:pt x="126397" y="11621"/>
                      <a:pt x="165259" y="476"/>
                      <a:pt x="211931" y="0"/>
                    </a:cubicBezTo>
                    <a:cubicBezTo>
                      <a:pt x="259175" y="571"/>
                      <a:pt x="298513" y="11716"/>
                      <a:pt x="329946" y="33338"/>
                    </a:cubicBezTo>
                    <a:cubicBezTo>
                      <a:pt x="361093" y="54769"/>
                      <a:pt x="383667" y="79153"/>
                      <a:pt x="397478" y="106585"/>
                    </a:cubicBezTo>
                    <a:cubicBezTo>
                      <a:pt x="407480" y="120967"/>
                      <a:pt x="414433" y="139827"/>
                      <a:pt x="418243" y="163163"/>
                    </a:cubicBezTo>
                    <a:cubicBezTo>
                      <a:pt x="421767" y="186500"/>
                      <a:pt x="423576" y="232600"/>
                      <a:pt x="423576" y="301466"/>
                    </a:cubicBezTo>
                    <a:cubicBezTo>
                      <a:pt x="423576" y="370332"/>
                      <a:pt x="421767" y="415100"/>
                      <a:pt x="418243" y="439007"/>
                    </a:cubicBezTo>
                    <a:cubicBezTo>
                      <a:pt x="414433" y="462915"/>
                      <a:pt x="407480" y="481965"/>
                      <a:pt x="397478" y="496348"/>
                    </a:cubicBezTo>
                    <a:cubicBezTo>
                      <a:pt x="383667" y="523780"/>
                      <a:pt x="361093" y="547878"/>
                      <a:pt x="329946" y="568738"/>
                    </a:cubicBezTo>
                    <a:cubicBezTo>
                      <a:pt x="298513" y="590455"/>
                      <a:pt x="259175" y="601789"/>
                      <a:pt x="211931" y="602932"/>
                    </a:cubicBezTo>
                    <a:cubicBezTo>
                      <a:pt x="165259" y="601789"/>
                      <a:pt x="126302" y="590455"/>
                      <a:pt x="95155" y="568738"/>
                    </a:cubicBezTo>
                    <a:cubicBezTo>
                      <a:pt x="63437" y="547878"/>
                      <a:pt x="40386" y="523684"/>
                      <a:pt x="26003" y="496348"/>
                    </a:cubicBezTo>
                    <a:cubicBezTo>
                      <a:pt x="21622" y="487394"/>
                      <a:pt x="17716" y="478822"/>
                      <a:pt x="14192" y="470725"/>
                    </a:cubicBezTo>
                    <a:cubicBezTo>
                      <a:pt x="10954" y="462343"/>
                      <a:pt x="8191" y="451771"/>
                      <a:pt x="6096" y="439007"/>
                    </a:cubicBezTo>
                    <a:cubicBezTo>
                      <a:pt x="2000" y="415100"/>
                      <a:pt x="0" y="369284"/>
                      <a:pt x="0" y="301466"/>
                    </a:cubicBezTo>
                    <a:close/>
                    <a:moveTo>
                      <a:pt x="90297" y="301466"/>
                    </a:moveTo>
                    <a:cubicBezTo>
                      <a:pt x="90297" y="359759"/>
                      <a:pt x="92487" y="399288"/>
                      <a:pt x="96774" y="419862"/>
                    </a:cubicBezTo>
                    <a:cubicBezTo>
                      <a:pt x="100583" y="440436"/>
                      <a:pt x="108299" y="457200"/>
                      <a:pt x="120015" y="469963"/>
                    </a:cubicBezTo>
                    <a:cubicBezTo>
                      <a:pt x="129540" y="482155"/>
                      <a:pt x="142018" y="492061"/>
                      <a:pt x="157449" y="499682"/>
                    </a:cubicBezTo>
                    <a:cubicBezTo>
                      <a:pt x="172593" y="508635"/>
                      <a:pt x="190786" y="513112"/>
                      <a:pt x="211931" y="513112"/>
                    </a:cubicBezTo>
                    <a:cubicBezTo>
                      <a:pt x="233076" y="513112"/>
                      <a:pt x="251936" y="508635"/>
                      <a:pt x="267652" y="499682"/>
                    </a:cubicBezTo>
                    <a:cubicBezTo>
                      <a:pt x="282607" y="492061"/>
                      <a:pt x="294513" y="482155"/>
                      <a:pt x="303466" y="469963"/>
                    </a:cubicBezTo>
                    <a:cubicBezTo>
                      <a:pt x="315087" y="457200"/>
                      <a:pt x="323088" y="440531"/>
                      <a:pt x="327470" y="419862"/>
                    </a:cubicBezTo>
                    <a:cubicBezTo>
                      <a:pt x="331565" y="399288"/>
                      <a:pt x="333566" y="359759"/>
                      <a:pt x="333566" y="301466"/>
                    </a:cubicBezTo>
                    <a:cubicBezTo>
                      <a:pt x="333566" y="243173"/>
                      <a:pt x="331565" y="203359"/>
                      <a:pt x="327470" y="182213"/>
                    </a:cubicBezTo>
                    <a:cubicBezTo>
                      <a:pt x="323088" y="162116"/>
                      <a:pt x="315087" y="145732"/>
                      <a:pt x="303466" y="132969"/>
                    </a:cubicBezTo>
                    <a:cubicBezTo>
                      <a:pt x="294513" y="120777"/>
                      <a:pt x="282607" y="110585"/>
                      <a:pt x="267652" y="102489"/>
                    </a:cubicBezTo>
                    <a:cubicBezTo>
                      <a:pt x="251936" y="94583"/>
                      <a:pt x="233363" y="90392"/>
                      <a:pt x="211931" y="89916"/>
                    </a:cubicBezTo>
                    <a:cubicBezTo>
                      <a:pt x="190786" y="90488"/>
                      <a:pt x="172593" y="94679"/>
                      <a:pt x="157449" y="102489"/>
                    </a:cubicBezTo>
                    <a:cubicBezTo>
                      <a:pt x="142018" y="110585"/>
                      <a:pt x="129540" y="120777"/>
                      <a:pt x="120015" y="132969"/>
                    </a:cubicBezTo>
                    <a:cubicBezTo>
                      <a:pt x="108299" y="145732"/>
                      <a:pt x="100583" y="162116"/>
                      <a:pt x="96774" y="182213"/>
                    </a:cubicBezTo>
                    <a:cubicBezTo>
                      <a:pt x="92392" y="203359"/>
                      <a:pt x="90297" y="243078"/>
                      <a:pt x="90297" y="301466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  <p:sp>
            <p:nvSpPr>
              <p:cNvPr id="29" name="Forma libre: forma 28">
                <a:extLst>
                  <a:ext uri="{FF2B5EF4-FFF2-40B4-BE49-F238E27FC236}">
                    <a16:creationId xmlns:a16="http://schemas.microsoft.com/office/drawing/2014/main" id="{BA6044B4-D796-4303-A5CE-1E6DFBFCFA6D}"/>
                  </a:ext>
                </a:extLst>
              </p:cNvPr>
              <p:cNvSpPr/>
              <p:nvPr/>
            </p:nvSpPr>
            <p:spPr>
              <a:xfrm>
                <a:off x="18049398" y="6061837"/>
                <a:ext cx="435007" cy="603028"/>
              </a:xfrm>
              <a:custGeom>
                <a:avLst/>
                <a:gdLst>
                  <a:gd name="connsiteX0" fmla="*/ 227552 w 435007"/>
                  <a:gd name="connsiteY0" fmla="*/ 513017 h 603028"/>
                  <a:gd name="connsiteX1" fmla="*/ 344710 w 435007"/>
                  <a:gd name="connsiteY1" fmla="*/ 430435 h 603028"/>
                  <a:gd name="connsiteX2" fmla="*/ 267367 w 435007"/>
                  <a:gd name="connsiteY2" fmla="*/ 350711 h 603028"/>
                  <a:gd name="connsiteX3" fmla="*/ 188786 w 435007"/>
                  <a:gd name="connsiteY3" fmla="*/ 339757 h 603028"/>
                  <a:gd name="connsiteX4" fmla="*/ 72391 w 435007"/>
                  <a:gd name="connsiteY4" fmla="*/ 283178 h 603028"/>
                  <a:gd name="connsiteX5" fmla="*/ 31338 w 435007"/>
                  <a:gd name="connsiteY5" fmla="*/ 173355 h 603028"/>
                  <a:gd name="connsiteX6" fmla="*/ 83059 w 435007"/>
                  <a:gd name="connsiteY6" fmla="*/ 48006 h 603028"/>
                  <a:gd name="connsiteX7" fmla="*/ 225076 w 435007"/>
                  <a:gd name="connsiteY7" fmla="*/ 0 h 603028"/>
                  <a:gd name="connsiteX8" fmla="*/ 417577 w 435007"/>
                  <a:gd name="connsiteY8" fmla="*/ 61436 h 603028"/>
                  <a:gd name="connsiteX9" fmla="*/ 367475 w 435007"/>
                  <a:gd name="connsiteY9" fmla="*/ 135541 h 603028"/>
                  <a:gd name="connsiteX10" fmla="*/ 220599 w 435007"/>
                  <a:gd name="connsiteY10" fmla="*/ 90011 h 603028"/>
                  <a:gd name="connsiteX11" fmla="*/ 151448 w 435007"/>
                  <a:gd name="connsiteY11" fmla="*/ 110776 h 603028"/>
                  <a:gd name="connsiteX12" fmla="*/ 121730 w 435007"/>
                  <a:gd name="connsiteY12" fmla="*/ 175070 h 603028"/>
                  <a:gd name="connsiteX13" fmla="*/ 141637 w 435007"/>
                  <a:gd name="connsiteY13" fmla="*/ 221457 h 603028"/>
                  <a:gd name="connsiteX14" fmla="*/ 205550 w 435007"/>
                  <a:gd name="connsiteY14" fmla="*/ 250698 h 603028"/>
                  <a:gd name="connsiteX15" fmla="*/ 272321 w 435007"/>
                  <a:gd name="connsiteY15" fmla="*/ 260033 h 603028"/>
                  <a:gd name="connsiteX16" fmla="*/ 395574 w 435007"/>
                  <a:gd name="connsiteY16" fmla="*/ 319849 h 603028"/>
                  <a:gd name="connsiteX17" fmla="*/ 435007 w 435007"/>
                  <a:gd name="connsiteY17" fmla="*/ 430530 h 603028"/>
                  <a:gd name="connsiteX18" fmla="*/ 226695 w 435007"/>
                  <a:gd name="connsiteY18" fmla="*/ 603028 h 603028"/>
                  <a:gd name="connsiteX19" fmla="*/ 0 w 435007"/>
                  <a:gd name="connsiteY19" fmla="*/ 521684 h 603028"/>
                  <a:gd name="connsiteX20" fmla="*/ 58960 w 435007"/>
                  <a:gd name="connsiteY20" fmla="*/ 454152 h 603028"/>
                  <a:gd name="connsiteX21" fmla="*/ 227457 w 435007"/>
                  <a:gd name="connsiteY21" fmla="*/ 513112 h 603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5007" h="603028">
                    <a:moveTo>
                      <a:pt x="227552" y="513017"/>
                    </a:moveTo>
                    <a:cubicBezTo>
                      <a:pt x="304610" y="511969"/>
                      <a:pt x="343663" y="484442"/>
                      <a:pt x="344710" y="430435"/>
                    </a:cubicBezTo>
                    <a:cubicBezTo>
                      <a:pt x="345281" y="386239"/>
                      <a:pt x="319469" y="359664"/>
                      <a:pt x="267367" y="350711"/>
                    </a:cubicBezTo>
                    <a:cubicBezTo>
                      <a:pt x="243460" y="347472"/>
                      <a:pt x="217266" y="343757"/>
                      <a:pt x="188786" y="339757"/>
                    </a:cubicBezTo>
                    <a:cubicBezTo>
                      <a:pt x="137732" y="331375"/>
                      <a:pt x="98965" y="312516"/>
                      <a:pt x="72391" y="283178"/>
                    </a:cubicBezTo>
                    <a:cubicBezTo>
                      <a:pt x="44959" y="253080"/>
                      <a:pt x="31338" y="216408"/>
                      <a:pt x="31338" y="173355"/>
                    </a:cubicBezTo>
                    <a:cubicBezTo>
                      <a:pt x="31338" y="121539"/>
                      <a:pt x="48578" y="79724"/>
                      <a:pt x="83059" y="48006"/>
                    </a:cubicBezTo>
                    <a:cubicBezTo>
                      <a:pt x="116396" y="16574"/>
                      <a:pt x="163735" y="572"/>
                      <a:pt x="225076" y="0"/>
                    </a:cubicBezTo>
                    <a:cubicBezTo>
                      <a:pt x="298895" y="1619"/>
                      <a:pt x="362999" y="22098"/>
                      <a:pt x="417577" y="61436"/>
                    </a:cubicBezTo>
                    <a:lnTo>
                      <a:pt x="367475" y="135541"/>
                    </a:lnTo>
                    <a:cubicBezTo>
                      <a:pt x="322993" y="106204"/>
                      <a:pt x="274034" y="91059"/>
                      <a:pt x="220599" y="90011"/>
                    </a:cubicBezTo>
                    <a:cubicBezTo>
                      <a:pt x="192977" y="90011"/>
                      <a:pt x="169832" y="96965"/>
                      <a:pt x="151448" y="110776"/>
                    </a:cubicBezTo>
                    <a:cubicBezTo>
                      <a:pt x="132207" y="125158"/>
                      <a:pt x="122302" y="146590"/>
                      <a:pt x="121730" y="175070"/>
                    </a:cubicBezTo>
                    <a:cubicBezTo>
                      <a:pt x="121730" y="192215"/>
                      <a:pt x="128398" y="207645"/>
                      <a:pt x="141637" y="221457"/>
                    </a:cubicBezTo>
                    <a:cubicBezTo>
                      <a:pt x="154972" y="235553"/>
                      <a:pt x="176213" y="245364"/>
                      <a:pt x="205550" y="250698"/>
                    </a:cubicBezTo>
                    <a:cubicBezTo>
                      <a:pt x="221838" y="253460"/>
                      <a:pt x="244030" y="256508"/>
                      <a:pt x="272321" y="260033"/>
                    </a:cubicBezTo>
                    <a:cubicBezTo>
                      <a:pt x="327946" y="267653"/>
                      <a:pt x="368998" y="287560"/>
                      <a:pt x="395574" y="319849"/>
                    </a:cubicBezTo>
                    <a:cubicBezTo>
                      <a:pt x="421863" y="351568"/>
                      <a:pt x="435007" y="388525"/>
                      <a:pt x="435007" y="430530"/>
                    </a:cubicBezTo>
                    <a:cubicBezTo>
                      <a:pt x="432055" y="543878"/>
                      <a:pt x="362617" y="601408"/>
                      <a:pt x="226695" y="603028"/>
                    </a:cubicBezTo>
                    <a:cubicBezTo>
                      <a:pt x="138780" y="603028"/>
                      <a:pt x="63246" y="575881"/>
                      <a:pt x="0" y="521684"/>
                    </a:cubicBezTo>
                    <a:lnTo>
                      <a:pt x="58960" y="454152"/>
                    </a:lnTo>
                    <a:cubicBezTo>
                      <a:pt x="106204" y="492919"/>
                      <a:pt x="162306" y="512636"/>
                      <a:pt x="227457" y="513112"/>
                    </a:cubicBezTo>
                    <a:close/>
                  </a:path>
                </a:pathLst>
              </a:custGeom>
              <a:solidFill>
                <a:srgbClr val="0047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R"/>
              </a:p>
            </p:txBody>
          </p:sp>
        </p:grp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313139B1-0EB1-47C8-8F20-E844796B062A}"/>
                </a:ext>
              </a:extLst>
            </p:cNvPr>
            <p:cNvSpPr/>
            <p:nvPr/>
          </p:nvSpPr>
          <p:spPr>
            <a:xfrm>
              <a:off x="7005351" y="3189574"/>
              <a:ext cx="1725263" cy="3446621"/>
            </a:xfrm>
            <a:custGeom>
              <a:avLst/>
              <a:gdLst>
                <a:gd name="connsiteX0" fmla="*/ 1725168 w 1725263"/>
                <a:gd name="connsiteY0" fmla="*/ 0 h 3446621"/>
                <a:gd name="connsiteX1" fmla="*/ 1725168 w 1725263"/>
                <a:gd name="connsiteY1" fmla="*/ 1632871 h 3446621"/>
                <a:gd name="connsiteX2" fmla="*/ 1035082 w 1725263"/>
                <a:gd name="connsiteY2" fmla="*/ 1632871 h 3446621"/>
                <a:gd name="connsiteX3" fmla="*/ 1035082 w 1725263"/>
                <a:gd name="connsiteY3" fmla="*/ 143542 h 3446621"/>
                <a:gd name="connsiteX4" fmla="*/ 755333 w 1725263"/>
                <a:gd name="connsiteY4" fmla="*/ 298037 h 3446621"/>
                <a:gd name="connsiteX5" fmla="*/ 0 w 1725263"/>
                <a:gd name="connsiteY5" fmla="*/ 1723358 h 3446621"/>
                <a:gd name="connsiteX6" fmla="*/ 142589 w 1725263"/>
                <a:gd name="connsiteY6" fmla="*/ 2410016 h 3446621"/>
                <a:gd name="connsiteX7" fmla="*/ 1725263 w 1725263"/>
                <a:gd name="connsiteY7" fmla="*/ 3446621 h 3446621"/>
                <a:gd name="connsiteX8" fmla="*/ 1725263 w 1725263"/>
                <a:gd name="connsiteY8" fmla="*/ 0 h 3446621"/>
                <a:gd name="connsiteX9" fmla="*/ 1725263 w 1725263"/>
                <a:gd name="connsiteY9" fmla="*/ 0 h 344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5263" h="3446621">
                  <a:moveTo>
                    <a:pt x="1725168" y="0"/>
                  </a:moveTo>
                  <a:lnTo>
                    <a:pt x="1725168" y="1632871"/>
                  </a:lnTo>
                  <a:lnTo>
                    <a:pt x="1035082" y="1632871"/>
                  </a:lnTo>
                  <a:lnTo>
                    <a:pt x="1035082" y="143542"/>
                  </a:lnTo>
                  <a:cubicBezTo>
                    <a:pt x="936688" y="186500"/>
                    <a:pt x="843153" y="238316"/>
                    <a:pt x="755333" y="298037"/>
                  </a:cubicBezTo>
                  <a:cubicBezTo>
                    <a:pt x="299371" y="608171"/>
                    <a:pt x="0" y="1130808"/>
                    <a:pt x="0" y="1723358"/>
                  </a:cubicBezTo>
                  <a:cubicBezTo>
                    <a:pt x="0" y="1967484"/>
                    <a:pt x="50959" y="2199608"/>
                    <a:pt x="142589" y="2410016"/>
                  </a:cubicBezTo>
                  <a:cubicBezTo>
                    <a:pt x="408242" y="3019997"/>
                    <a:pt x="1016794" y="3446621"/>
                    <a:pt x="1725263" y="3446621"/>
                  </a:cubicBezTo>
                  <a:lnTo>
                    <a:pt x="1725263" y="0"/>
                  </a:lnTo>
                  <a:lnTo>
                    <a:pt x="1725263" y="0"/>
                  </a:lnTo>
                  <a:close/>
                </a:path>
              </a:pathLst>
            </a:custGeom>
            <a:solidFill>
              <a:srgbClr val="0047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R"/>
            </a:p>
          </p:txBody>
        </p:sp>
      </p:grpSp>
    </p:spTree>
    <p:extLst>
      <p:ext uri="{BB962C8B-B14F-4D97-AF65-F5344CB8AC3E}">
        <p14:creationId xmlns:p14="http://schemas.microsoft.com/office/powerpoint/2010/main" val="372998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59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724026"/>
            <a:ext cx="7772400" cy="75414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724026"/>
            <a:ext cx="7772400" cy="7541420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59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176337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759809"/>
            <a:ext cx="7736681" cy="1235868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995677"/>
            <a:ext cx="7736681" cy="62888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759809"/>
            <a:ext cx="7774782" cy="1235868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995677"/>
            <a:ext cx="7774782" cy="628881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0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17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48DE8A6D-AD63-4251-8D83-F635D2063C19}" type="datetimeFigureOut">
              <a:rPr lang="es-CR" smtClean="0"/>
              <a:t>25/3/2026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C06B56F4-39B5-4C8C-BA0E-25638998CC9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418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9379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48DE8A6D-AD63-4251-8D83-F635D2063C19}" type="datetimeFigureOut">
              <a:rPr lang="es-CR" smtClean="0"/>
              <a:t>25/3/2026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C06B56F4-39B5-4C8C-BA0E-25638998CC9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7409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3818239"/>
            <a:ext cx="10345695" cy="265052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67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176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724026"/>
            <a:ext cx="15773400" cy="754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6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00000"/>
        </a:lnSpc>
        <a:spcBef>
          <a:spcPts val="1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3033312" y="5466697"/>
            <a:ext cx="13716000" cy="4820195"/>
          </a:xfrm>
          <a:ln>
            <a:solidFill>
              <a:schemeClr val="accent1"/>
            </a:solidFill>
          </a:ln>
        </p:spPr>
        <p:txBody>
          <a:bodyPr anchor="t">
            <a:normAutofit/>
          </a:bodyPr>
          <a:lstStyle/>
          <a:p>
            <a:r>
              <a:rPr lang="es-MX" b="0">
                <a:solidFill>
                  <a:schemeClr val="bg1"/>
                </a:solidFill>
                <a:ea typeface="+mn-lt"/>
                <a:cs typeface="+mn-lt"/>
              </a:rPr>
              <a:t>Ejercicio  1</a:t>
            </a:r>
            <a:br>
              <a:rPr lang="es-MX" b="0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s-MX" b="0" dirty="0">
                <a:ea typeface="+mn-lt"/>
                <a:cs typeface="+mn-lt"/>
              </a:rPr>
              <a:t>En la isla del Edén</a:t>
            </a:r>
            <a:r>
              <a:rPr lang="es-MX" b="0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506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BB2E7-BEEC-46C0-B8C3-492522E1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Estudiante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6395DD-2D25-4C38-9A7A-77A4F6A87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s-CR" b="1" dirty="0"/>
              <a:t>Nombre del estudiante</a:t>
            </a:r>
            <a:r>
              <a:rPr lang="es-CR" dirty="0"/>
              <a:t>: </a:t>
            </a:r>
            <a:r>
              <a:rPr lang="es-CR" dirty="0" err="1"/>
              <a:t>Naith</a:t>
            </a:r>
            <a:r>
              <a:rPr lang="es-CR" dirty="0"/>
              <a:t> </a:t>
            </a:r>
            <a:r>
              <a:rPr lang="es-CR" dirty="0" err="1"/>
              <a:t>Perez</a:t>
            </a:r>
            <a:r>
              <a:rPr lang="es-CR" dirty="0"/>
              <a:t> Miranda</a:t>
            </a:r>
          </a:p>
          <a:p>
            <a:pPr marL="0" indent="0" algn="ctr">
              <a:buNone/>
            </a:pPr>
            <a:r>
              <a:rPr lang="es-CR" b="1" dirty="0"/>
              <a:t>Nombre del profesor</a:t>
            </a:r>
            <a:r>
              <a:rPr lang="es-CR" dirty="0"/>
              <a:t>:</a:t>
            </a:r>
            <a:r>
              <a:rPr lang="es-CR" dirty="0">
                <a:solidFill>
                  <a:srgbClr val="000000"/>
                </a:solidFill>
                <a:ea typeface="+mn-lt"/>
                <a:cs typeface="+mn-lt"/>
              </a:rPr>
              <a:t> Stephanie </a:t>
            </a:r>
            <a:r>
              <a:rPr lang="es-CR" dirty="0"/>
              <a:t>delgado Brenes</a:t>
            </a:r>
            <a:endParaRPr lang="en-US" dirty="0"/>
          </a:p>
          <a:p>
            <a:pPr marL="0" indent="0" algn="ctr">
              <a:buNone/>
            </a:pPr>
            <a:r>
              <a:rPr lang="es-CR" b="1">
                <a:ea typeface="Calibri"/>
                <a:cs typeface="Calibri"/>
              </a:rPr>
              <a:t>Ejercicio 1</a:t>
            </a:r>
          </a:p>
        </p:txBody>
      </p:sp>
    </p:spTree>
    <p:extLst>
      <p:ext uri="{BB962C8B-B14F-4D97-AF65-F5344CB8AC3E}">
        <p14:creationId xmlns:p14="http://schemas.microsoft.com/office/powerpoint/2010/main" val="235352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56E3419-77F4-48D0-8130-D78477CC7EC9}"/>
              </a:ext>
            </a:extLst>
          </p:cNvPr>
          <p:cNvSpPr txBox="1"/>
          <p:nvPr/>
        </p:nvSpPr>
        <p:spPr>
          <a:xfrm>
            <a:off x="1114892" y="815245"/>
            <a:ext cx="823496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R" sz="4400" b="1" dirty="0">
                <a:latin typeface="Arial"/>
                <a:cs typeface="Arial"/>
              </a:rPr>
              <a:t>Diagrama general</a:t>
            </a:r>
            <a:endParaRPr lang="en-US" sz="4400" b="1" dirty="0">
              <a:latin typeface="Arial"/>
              <a:cs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4DB92BA-5E10-48B4-B821-B126EFD31C72}"/>
              </a:ext>
            </a:extLst>
          </p:cNvPr>
          <p:cNvSpPr txBox="1"/>
          <p:nvPr/>
        </p:nvSpPr>
        <p:spPr>
          <a:xfrm>
            <a:off x="7497187" y="3832325"/>
            <a:ext cx="1957656" cy="7141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R" sz="2700" dirty="0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49D2E26-9C17-4EFC-A3EB-90C26841198D}"/>
              </a:ext>
            </a:extLst>
          </p:cNvPr>
          <p:cNvSpPr txBox="1"/>
          <p:nvPr/>
        </p:nvSpPr>
        <p:spPr>
          <a:xfrm>
            <a:off x="6226769" y="4999387"/>
            <a:ext cx="5323035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R" sz="2700" dirty="0">
                <a:ea typeface="Calibri"/>
                <a:cs typeface="Calibri"/>
              </a:rPr>
              <a:t>Calcular </a:t>
            </a:r>
            <a:r>
              <a:rPr lang="es-CR" sz="2700" dirty="0">
                <a:ea typeface="+mn-lt"/>
                <a:cs typeface="+mn-lt"/>
              </a:rPr>
              <a:t>las hormigas que se reproducen a una tasa del 40% </a:t>
            </a:r>
            <a:r>
              <a:rPr lang="es-CR" sz="2700">
                <a:ea typeface="+mn-lt"/>
                <a:cs typeface="+mn-lt"/>
              </a:rPr>
              <a:t>mensual en</a:t>
            </a:r>
            <a:r>
              <a:rPr lang="es-CR" sz="2700" dirty="0">
                <a:ea typeface="+mn-lt"/>
                <a:cs typeface="+mn-lt"/>
              </a:rPr>
              <a:t> la isla existe además un oso hormiguero que se come 7000 hormigas al final de cada mes </a:t>
            </a:r>
          </a:p>
          <a:p>
            <a:pPr algn="ctr"/>
            <a:endParaRPr lang="es-CR" sz="2700" dirty="0">
              <a:ea typeface="Calibri"/>
              <a:cs typeface="Calibr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9A8FAC7-8DFB-4328-8F43-3DB6AA887B4F}"/>
              </a:ext>
            </a:extLst>
          </p:cNvPr>
          <p:cNvSpPr txBox="1"/>
          <p:nvPr/>
        </p:nvSpPr>
        <p:spPr>
          <a:xfrm>
            <a:off x="7544032" y="8073315"/>
            <a:ext cx="1957656" cy="7141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R" sz="27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59E7ABE-4F08-44B1-838A-966A570603E8}"/>
              </a:ext>
            </a:extLst>
          </p:cNvPr>
          <p:cNvCxnSpPr>
            <a:cxnSpLocks/>
          </p:cNvCxnSpPr>
          <p:nvPr/>
        </p:nvCxnSpPr>
        <p:spPr>
          <a:xfrm>
            <a:off x="8429171" y="4556729"/>
            <a:ext cx="1" cy="4332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DD1D2D3-36A2-4635-A564-FB1F032F2A4E}"/>
              </a:ext>
            </a:extLst>
          </p:cNvPr>
          <p:cNvCxnSpPr>
            <a:cxnSpLocks/>
          </p:cNvCxnSpPr>
          <p:nvPr/>
        </p:nvCxnSpPr>
        <p:spPr>
          <a:xfrm flipH="1">
            <a:off x="8522861" y="7580667"/>
            <a:ext cx="6584" cy="4917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0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CA14F-9C99-42B7-9C6F-2E555266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Tablas de variables</a:t>
            </a:r>
            <a:endParaRPr lang="en-US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B6E5DE9-F69E-481D-9277-809E52565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300824"/>
              </p:ext>
            </p:extLst>
          </p:nvPr>
        </p:nvGraphicFramePr>
        <p:xfrm>
          <a:off x="908778" y="3494581"/>
          <a:ext cx="16468722" cy="3326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4361">
                  <a:extLst>
                    <a:ext uri="{9D8B030D-6E8A-4147-A177-3AD203B41FA5}">
                      <a16:colId xmlns:a16="http://schemas.microsoft.com/office/drawing/2014/main" val="1288801952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915832869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4076276986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3614626854"/>
                    </a:ext>
                  </a:extLst>
                </a:gridCol>
              </a:tblGrid>
              <a:tr h="552622">
                <a:tc gridSpan="4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ENTRADAS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6696602"/>
                  </a:ext>
                </a:extLst>
              </a:tr>
              <a:tr h="552622">
                <a:tc row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Notación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067865"/>
                  </a:ext>
                </a:extLst>
              </a:tr>
              <a:tr h="55262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de dato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34247"/>
                  </a:ext>
                </a:extLst>
              </a:tr>
              <a:tr h="552622">
                <a:tc>
                  <a:txBody>
                    <a:bodyPr/>
                    <a:lstStyle/>
                    <a:p>
                      <a:pPr algn="ctr"/>
                      <a:r>
                        <a:rPr lang="es-CR" sz="2400" i="0" dirty="0">
                          <a:latin typeface="Arial"/>
                          <a:cs typeface="Arial"/>
                        </a:rPr>
                        <a:t>Variable que contiene </a:t>
                      </a:r>
                      <a:r>
                        <a:rPr lang="es-CR" sz="2800" b="0" i="0" u="none" strike="noStrike" noProof="0" dirty="0" err="1"/>
                        <a:t>poblacion</a:t>
                      </a:r>
                      <a:r>
                        <a:rPr lang="es-CR" sz="2800" b="0" i="0" u="none" strike="noStrike" noProof="0" dirty="0"/>
                        <a:t> Hormigas</a:t>
                      </a:r>
                      <a:r>
                        <a:rPr lang="es-CR" sz="2800" i="0" dirty="0">
                          <a:latin typeface="Arial"/>
                          <a:cs typeface="Arial"/>
                        </a:rPr>
                        <a:t>.</a:t>
                      </a:r>
                      <a:endParaRPr lang="en-US" sz="2800" i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 dirty="0" err="1"/>
                        <a:t>poblacionHormigas</a:t>
                      </a:r>
                      <a:endParaRPr lang="es-ES" dirty="0" err="1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entero</a:t>
                      </a:r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10000</a:t>
                      </a:r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34888"/>
                  </a:ext>
                </a:extLst>
              </a:tr>
              <a:tr h="552622">
                <a:tc>
                  <a:txBody>
                    <a:bodyPr/>
                    <a:lstStyle/>
                    <a:p>
                      <a:pPr algn="ctr"/>
                      <a:r>
                        <a:rPr lang="es-CR" sz="2400" i="0" dirty="0">
                          <a:latin typeface="Arial"/>
                          <a:cs typeface="Arial"/>
                        </a:rPr>
                        <a:t>Variable que contiene </a:t>
                      </a:r>
                      <a:r>
                        <a:rPr lang="es-CR" sz="2400" b="0" i="0" u="none" strike="noStrike" noProof="0"/>
                        <a:t>cantidad meses</a:t>
                      </a:r>
                      <a:r>
                        <a:rPr lang="es-CR" sz="2400" i="0" dirty="0">
                          <a:latin typeface="Arial"/>
                          <a:cs typeface="Arial"/>
                        </a:rPr>
                        <a:t>.</a:t>
                      </a:r>
                      <a:endParaRPr lang="en-US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 dirty="0" err="1"/>
                        <a:t>cantidadMeses</a:t>
                      </a:r>
                      <a:endParaRPr lang="es-CR" sz="2400" i="0" dirty="0" err="1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entero</a:t>
                      </a:r>
                      <a:endParaRPr lang="es-CR" sz="2400" i="0" dirty="0" err="1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3</a:t>
                      </a:r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669177"/>
                  </a:ext>
                </a:extLst>
              </a:tr>
              <a:tr h="552622">
                <a:tc>
                  <a:txBody>
                    <a:bodyPr/>
                    <a:lstStyle/>
                    <a:p>
                      <a:pPr algn="ctr"/>
                      <a:endParaRPr lang="en-US" sz="2400" i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R" sz="2400" i="0" dirty="0" err="1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707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97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CA14F-9C99-42B7-9C6F-2E555266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Tablas de variables</a:t>
            </a:r>
            <a:endParaRPr lang="en-US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B6E5DE9-F69E-481D-9277-809E52565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024820"/>
              </p:ext>
            </p:extLst>
          </p:nvPr>
        </p:nvGraphicFramePr>
        <p:xfrm>
          <a:off x="909638" y="3474720"/>
          <a:ext cx="1646872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4361">
                  <a:extLst>
                    <a:ext uri="{9D8B030D-6E8A-4147-A177-3AD203B41FA5}">
                      <a16:colId xmlns:a16="http://schemas.microsoft.com/office/drawing/2014/main" val="1288801952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915832869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4076276986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3614626854"/>
                    </a:ext>
                  </a:extLst>
                </a:gridCol>
              </a:tblGrid>
              <a:tr h="556260">
                <a:tc gridSpan="4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INTERMEDIAS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6696602"/>
                  </a:ext>
                </a:extLst>
              </a:tr>
              <a:tr h="556260">
                <a:tc row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Notación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067865"/>
                  </a:ext>
                </a:extLst>
              </a:tr>
              <a:tr h="5562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de dato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34247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s-CR" sz="2400" i="0" dirty="0">
                          <a:latin typeface="Arial"/>
                          <a:cs typeface="Arial"/>
                        </a:rPr>
                        <a:t>Variable que contiene </a:t>
                      </a:r>
                      <a:r>
                        <a:rPr lang="es-CR" sz="2400" b="0" i="0" u="none" strike="noStrike" noProof="0"/>
                        <a:t>tasa crecimiento</a:t>
                      </a:r>
                      <a:r>
                        <a:rPr lang="es-CR" sz="2400" i="0" dirty="0">
                          <a:latin typeface="Arial"/>
                          <a:cs typeface="Arial"/>
                        </a:rPr>
                        <a:t>.</a:t>
                      </a:r>
                      <a:endParaRPr lang="en-US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 dirty="0" err="1"/>
                        <a:t>tasaCrecimiento</a:t>
                      </a:r>
                      <a:endParaRPr lang="es-CR" sz="2400" i="0" dirty="0" err="1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real</a:t>
                      </a:r>
                      <a:endParaRPr lang="es-CR" sz="2400" i="0" dirty="0" err="1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0.31</a:t>
                      </a:r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34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59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CA14F-9C99-42B7-9C6F-2E555266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Tablas de variables</a:t>
            </a:r>
            <a:endParaRPr lang="en-US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B6E5DE9-F69E-481D-9277-809E52565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843879"/>
              </p:ext>
            </p:extLst>
          </p:nvPr>
        </p:nvGraphicFramePr>
        <p:xfrm>
          <a:off x="909638" y="3474720"/>
          <a:ext cx="16468722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4361">
                  <a:extLst>
                    <a:ext uri="{9D8B030D-6E8A-4147-A177-3AD203B41FA5}">
                      <a16:colId xmlns:a16="http://schemas.microsoft.com/office/drawing/2014/main" val="1288801952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915832869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4076276986"/>
                    </a:ext>
                  </a:extLst>
                </a:gridCol>
                <a:gridCol w="2744787">
                  <a:extLst>
                    <a:ext uri="{9D8B030D-6E8A-4147-A177-3AD203B41FA5}">
                      <a16:colId xmlns:a16="http://schemas.microsoft.com/office/drawing/2014/main" val="3614626854"/>
                    </a:ext>
                  </a:extLst>
                </a:gridCol>
              </a:tblGrid>
              <a:tr h="556260">
                <a:tc gridSpan="4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SALIDAS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6696602"/>
                  </a:ext>
                </a:extLst>
              </a:tr>
              <a:tr h="556260">
                <a:tc row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Notación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067865"/>
                  </a:ext>
                </a:extLst>
              </a:tr>
              <a:tr h="5562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de dato</a:t>
                      </a:r>
                      <a:endParaRPr lang="en-US" sz="2400" b="1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34247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s-CR" sz="2400" i="0" dirty="0">
                          <a:latin typeface="Arial"/>
                          <a:cs typeface="Arial"/>
                        </a:rPr>
                        <a:t>Variable que muestra </a:t>
                      </a:r>
                      <a:r>
                        <a:rPr lang="es-CR" sz="2400" b="0" i="0" u="none" strike="noStrike" noProof="0" dirty="0" err="1"/>
                        <a:t>poblacion</a:t>
                      </a:r>
                      <a:r>
                        <a:rPr lang="es-CR" sz="2400" b="0" i="0" u="none" strike="noStrike" noProof="0" dirty="0"/>
                        <a:t> hormigas</a:t>
                      </a:r>
                      <a:r>
                        <a:rPr lang="es-CR" sz="2400" i="0" dirty="0">
                          <a:latin typeface="Arial"/>
                          <a:cs typeface="Arial"/>
                        </a:rPr>
                        <a:t>.</a:t>
                      </a:r>
                      <a:endParaRPr lang="en-US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 dirty="0" err="1"/>
                        <a:t>poblacionHormigas</a:t>
                      </a:r>
                      <a:endParaRPr lang="es-CR" sz="2400" i="0" dirty="0" err="1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entero</a:t>
                      </a:r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i="0">
                          <a:latin typeface="Arial"/>
                          <a:cs typeface="Arial"/>
                        </a:rPr>
                        <a:t>2800</a:t>
                      </a:r>
                      <a:endParaRPr lang="es-CR" sz="2400" i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34888"/>
                  </a:ext>
                </a:extLst>
              </a:tr>
            </a:tbl>
          </a:graphicData>
        </a:graphic>
      </p:graphicFrame>
      <p:sp>
        <p:nvSpPr>
          <p:cNvPr id="6" name="Bocadillo: rectángulo con esquinas redondeadas 5">
            <a:extLst>
              <a:ext uri="{FF2B5EF4-FFF2-40B4-BE49-F238E27FC236}">
                <a16:creationId xmlns:a16="http://schemas.microsoft.com/office/drawing/2014/main" id="{E50C5108-154E-4F70-8CA5-85B536622A1D}"/>
              </a:ext>
            </a:extLst>
          </p:cNvPr>
          <p:cNvSpPr/>
          <p:nvPr/>
        </p:nvSpPr>
        <p:spPr>
          <a:xfrm>
            <a:off x="9143999" y="1807285"/>
            <a:ext cx="3017505" cy="1259597"/>
          </a:xfrm>
          <a:prstGeom prst="wedgeRoundRectCallo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Debe incluir todas las variables de salida del programa. Puede tomar la siguiente tabla como ejemplo.</a:t>
            </a:r>
            <a:endParaRPr lang="en-US" sz="15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25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262" y="0"/>
            <a:ext cx="4872038" cy="5100639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762252-4592-4AD2-9DE3-ED6C54C0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256743"/>
            <a:ext cx="4260273" cy="35567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 explicativo</a:t>
            </a:r>
          </a:p>
        </p:txBody>
      </p:sp>
      <p:pic>
        <p:nvPicPr>
          <p:cNvPr id="3" name="Imagen 2" descr="Diagrama, Texto&#10;&#10;El contenido generado por IA puede ser incorrecto.">
            <a:extLst>
              <a:ext uri="{FF2B5EF4-FFF2-40B4-BE49-F238E27FC236}">
                <a16:creationId xmlns:a16="http://schemas.microsoft.com/office/drawing/2014/main" id="{274F8366-CA8A-59D8-4569-9EBC7BE0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640" y="960120"/>
            <a:ext cx="5313823" cy="836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8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762252-4592-4AD2-9DE3-ED6C54C0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715" y="4441074"/>
            <a:ext cx="6054501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8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 en Diagrama de Flujo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4477488"/>
            <a:ext cx="1097283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6046505" y="0"/>
            <a:ext cx="2241495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8715" y="587829"/>
            <a:ext cx="9014049" cy="902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B6429237-96C6-3358-D1D8-A49FD2C5E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193" y="679622"/>
            <a:ext cx="8039506" cy="893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8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91076-CD1C-4ED9-82C4-517AD6B3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Calidad – casos de prueba</a:t>
            </a:r>
            <a:endParaRPr lang="en-US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2976215-78EE-40F3-8C44-329F58635D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32964"/>
              </p:ext>
            </p:extLst>
          </p:nvPr>
        </p:nvGraphicFramePr>
        <p:xfrm>
          <a:off x="909638" y="3040380"/>
          <a:ext cx="16468721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9432">
                  <a:extLst>
                    <a:ext uri="{9D8B030D-6E8A-4147-A177-3AD203B41FA5}">
                      <a16:colId xmlns:a16="http://schemas.microsoft.com/office/drawing/2014/main" val="2125766852"/>
                    </a:ext>
                  </a:extLst>
                </a:gridCol>
                <a:gridCol w="2559432">
                  <a:extLst>
                    <a:ext uri="{9D8B030D-6E8A-4147-A177-3AD203B41FA5}">
                      <a16:colId xmlns:a16="http://schemas.microsoft.com/office/drawing/2014/main" val="2407173887"/>
                    </a:ext>
                  </a:extLst>
                </a:gridCol>
                <a:gridCol w="2559432">
                  <a:extLst>
                    <a:ext uri="{9D8B030D-6E8A-4147-A177-3AD203B41FA5}">
                      <a16:colId xmlns:a16="http://schemas.microsoft.com/office/drawing/2014/main" val="3555217377"/>
                    </a:ext>
                  </a:extLst>
                </a:gridCol>
                <a:gridCol w="2559432">
                  <a:extLst>
                    <a:ext uri="{9D8B030D-6E8A-4147-A177-3AD203B41FA5}">
                      <a16:colId xmlns:a16="http://schemas.microsoft.com/office/drawing/2014/main" val="2653958459"/>
                    </a:ext>
                  </a:extLst>
                </a:gridCol>
                <a:gridCol w="2157153">
                  <a:extLst>
                    <a:ext uri="{9D8B030D-6E8A-4147-A177-3AD203B41FA5}">
                      <a16:colId xmlns:a16="http://schemas.microsoft.com/office/drawing/2014/main" val="4190219026"/>
                    </a:ext>
                  </a:extLst>
                </a:gridCol>
                <a:gridCol w="4073840">
                  <a:extLst>
                    <a:ext uri="{9D8B030D-6E8A-4147-A177-3AD203B41FA5}">
                      <a16:colId xmlns:a16="http://schemas.microsoft.com/office/drawing/2014/main" val="360420577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s-CR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Caso #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Entradas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Resultados esperados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Resultados obtenidos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R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Encargado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122146"/>
                  </a:ext>
                </a:extLst>
              </a:tr>
              <a:tr h="556260">
                <a:tc rowSpan="3">
                  <a:txBody>
                    <a:bodyPr/>
                    <a:lstStyle/>
                    <a:p>
                      <a:pPr algn="ctr"/>
                      <a:r>
                        <a:rPr lang="es-C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>
                          <a:latin typeface="Arial"/>
                          <a:cs typeface="Arial"/>
                        </a:rPr>
                        <a:t>70000</a:t>
                      </a:r>
                      <a:endParaRPr lang="es-CR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/>
                        <a:t> 125860</a:t>
                      </a:r>
                      <a:endParaRPr lang="es-CR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/>
                        <a:t> 125860</a:t>
                      </a:r>
                      <a:endParaRPr lang="es-CR" sz="2400" b="0" i="0" u="none" strike="noStrike" noProof="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Probado por: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 dirty="0" err="1">
                          <a:latin typeface="Arial"/>
                          <a:cs typeface="Arial"/>
                        </a:rPr>
                        <a:t>Naith</a:t>
                      </a:r>
                      <a:r>
                        <a:rPr lang="es-CR" sz="24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CR" sz="2400" dirty="0" err="1">
                          <a:latin typeface="Arial"/>
                          <a:cs typeface="Arial"/>
                        </a:rPr>
                        <a:t>Perez</a:t>
                      </a:r>
                      <a:r>
                        <a:rPr lang="es-CR" sz="2400" dirty="0">
                          <a:latin typeface="Arial"/>
                          <a:cs typeface="Arial"/>
                        </a:rPr>
                        <a:t> Miranda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314084061"/>
                  </a:ext>
                </a:extLst>
              </a:tr>
              <a:tr h="556260">
                <a:tc vMerge="1"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>
                          <a:latin typeface="Arial"/>
                          <a:cs typeface="Arial"/>
                        </a:rPr>
                        <a:t>3</a:t>
                      </a:r>
                      <a:endParaRPr lang="es-CR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Fecha: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>
                          <a:latin typeface="Arial"/>
                          <a:cs typeface="Arial"/>
                        </a:rPr>
                        <a:t>25 de marzo de 2026</a:t>
                      </a:r>
                      <a:endParaRPr lang="en-US" sz="240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035910754"/>
                  </a:ext>
                </a:extLst>
              </a:tr>
              <a:tr h="556260">
                <a:tc vMerge="1"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R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216096671"/>
                  </a:ext>
                </a:extLst>
              </a:tr>
              <a:tr h="556260">
                <a:tc rowSpan="3">
                  <a:txBody>
                    <a:bodyPr/>
                    <a:lstStyle/>
                    <a:p>
                      <a:pPr algn="ctr"/>
                      <a:r>
                        <a:rPr lang="es-C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>
                          <a:latin typeface="Arial"/>
                          <a:cs typeface="Arial"/>
                        </a:rPr>
                        <a:t>2000</a:t>
                      </a:r>
                      <a:endParaRPr lang="es-CR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lang="es-CR" sz="24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R" sz="24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lang="es-CR" sz="24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Probado por: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 dirty="0" err="1">
                          <a:latin typeface="Arial"/>
                          <a:cs typeface="Arial"/>
                        </a:rPr>
                        <a:t>Naith</a:t>
                      </a:r>
                      <a:r>
                        <a:rPr lang="es-CR" sz="24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CR" sz="2400" dirty="0" err="1">
                          <a:latin typeface="Arial"/>
                          <a:cs typeface="Arial"/>
                        </a:rPr>
                        <a:t>Perez</a:t>
                      </a:r>
                      <a:r>
                        <a:rPr lang="es-CR" sz="2400" dirty="0">
                          <a:latin typeface="Arial"/>
                          <a:cs typeface="Arial"/>
                        </a:rPr>
                        <a:t> Miranda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954447391"/>
                  </a:ext>
                </a:extLst>
              </a:tr>
              <a:tr h="556260">
                <a:tc vMerge="1"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400">
                          <a:latin typeface="Arial"/>
                          <a:cs typeface="Arial"/>
                        </a:rPr>
                        <a:t>2</a:t>
                      </a:r>
                      <a:endParaRPr lang="es-CR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Fecha: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CR" sz="2400">
                          <a:latin typeface="Arial"/>
                          <a:cs typeface="Arial"/>
                        </a:rPr>
                        <a:t>25 de marzo de 2026</a:t>
                      </a:r>
                      <a:endParaRPr lang="en-US" sz="240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6844342"/>
                  </a:ext>
                </a:extLst>
              </a:tr>
              <a:tr h="556260">
                <a:tc vMerge="1"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R" sz="2400" dirty="0">
                        <a:latin typeface="Arial"/>
                        <a:cs typeface="Arial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59213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954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D3D1CB91-E8C2-4A64-860D-82199B272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4441" y="3736035"/>
            <a:ext cx="5659119" cy="281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76790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dad Cenfotec Claro">
  <a:themeElements>
    <a:clrScheme name="Universidad Cenfotec">
      <a:dk1>
        <a:sysClr val="windowText" lastClr="000000"/>
      </a:dk1>
      <a:lt1>
        <a:sysClr val="window" lastClr="FFFFFF"/>
      </a:lt1>
      <a:dk2>
        <a:srgbClr val="00479B"/>
      </a:dk2>
      <a:lt2>
        <a:srgbClr val="E7E6E6"/>
      </a:lt2>
      <a:accent1>
        <a:srgbClr val="006AEA"/>
      </a:accent1>
      <a:accent2>
        <a:srgbClr val="00479B"/>
      </a:accent2>
      <a:accent3>
        <a:srgbClr val="006AEA"/>
      </a:accent3>
      <a:accent4>
        <a:srgbClr val="9CC8FF"/>
      </a:accent4>
      <a:accent5>
        <a:srgbClr val="D1D3D4"/>
      </a:accent5>
      <a:accent6>
        <a:srgbClr val="EEEEEE"/>
      </a:accent6>
      <a:hlink>
        <a:srgbClr val="006AEA"/>
      </a:hlink>
      <a:folHlink>
        <a:srgbClr val="006AE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0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1A06D9-24C3-44B3-A4A4-08C3F8B49835}">
  <we:reference id="wa200000113" version="1.0.0.0" store="en-US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1293</TotalTime>
  <Words>431</Words>
  <Application>Microsoft Office PowerPoint</Application>
  <PresentationFormat>Personalizado</PresentationFormat>
  <Paragraphs>102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Universidad Cenfotec Claro</vt:lpstr>
      <vt:lpstr>Ejercicio  1 En la isla del Edén </vt:lpstr>
      <vt:lpstr>Estudiante</vt:lpstr>
      <vt:lpstr>Presentación de PowerPoint</vt:lpstr>
      <vt:lpstr>Tablas de variables</vt:lpstr>
      <vt:lpstr>Tablas de variables</vt:lpstr>
      <vt:lpstr>Tablas de variables</vt:lpstr>
      <vt:lpstr>Diagrama explicativo</vt:lpstr>
      <vt:lpstr>Algoritmo en Diagrama de Flujo</vt:lpstr>
      <vt:lpstr>Calidad – casos de prueba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Allen Molina</dc:creator>
  <cp:lastModifiedBy>MURCIA CESPEDES YUSSELIN TATIANA</cp:lastModifiedBy>
  <cp:revision>399</cp:revision>
  <dcterms:created xsi:type="dcterms:W3CDTF">2022-01-11T16:19:24Z</dcterms:created>
  <dcterms:modified xsi:type="dcterms:W3CDTF">2026-03-26T00:44:15Z</dcterms:modified>
</cp:coreProperties>
</file>